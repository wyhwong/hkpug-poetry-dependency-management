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5" r:id="rId3"/>
    <p:sldId id="290" r:id="rId4"/>
    <p:sldId id="273" r:id="rId5"/>
    <p:sldId id="272" r:id="rId6"/>
    <p:sldId id="275" r:id="rId7"/>
    <p:sldId id="257" r:id="rId8"/>
    <p:sldId id="267" r:id="rId9"/>
    <p:sldId id="268" r:id="rId10"/>
    <p:sldId id="270" r:id="rId11"/>
    <p:sldId id="288" r:id="rId12"/>
    <p:sldId id="276" r:id="rId13"/>
    <p:sldId id="278" r:id="rId14"/>
    <p:sldId id="279" r:id="rId15"/>
    <p:sldId id="291" r:id="rId16"/>
    <p:sldId id="281" r:id="rId17"/>
    <p:sldId id="280" r:id="rId18"/>
    <p:sldId id="277" r:id="rId19"/>
    <p:sldId id="282" r:id="rId20"/>
    <p:sldId id="283" r:id="rId21"/>
    <p:sldId id="289" r:id="rId22"/>
    <p:sldId id="259" r:id="rId23"/>
    <p:sldId id="258" r:id="rId24"/>
    <p:sldId id="260" r:id="rId25"/>
    <p:sldId id="263" r:id="rId26"/>
    <p:sldId id="262" r:id="rId27"/>
    <p:sldId id="264" r:id="rId28"/>
    <p:sldId id="284" r:id="rId29"/>
    <p:sldId id="287" r:id="rId30"/>
    <p:sldId id="266" r:id="rId31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E0CC03B-1A0D-4C30-A58A-3C1DE0E40161}">
          <p14:sldIdLst>
            <p14:sldId id="256"/>
            <p14:sldId id="265"/>
            <p14:sldId id="290"/>
          </p14:sldIdLst>
        </p14:section>
        <p14:section name="Dependency Management" id="{DCB187E1-68BD-4EF7-899D-33D7C6BAF4AF}">
          <p14:sldIdLst>
            <p14:sldId id="273"/>
            <p14:sldId id="272"/>
            <p14:sldId id="275"/>
          </p14:sldIdLst>
        </p14:section>
        <p14:section name="Why Poetry" id="{3374D497-B981-4C84-85D3-83E3475C8FAB}">
          <p14:sldIdLst>
            <p14:sldId id="257"/>
            <p14:sldId id="267"/>
            <p14:sldId id="268"/>
            <p14:sldId id="270"/>
            <p14:sldId id="288"/>
          </p14:sldIdLst>
        </p14:section>
        <p14:section name="Poetry: Basic Usage" id="{966D9DE6-C58F-41AC-AD28-02E297CC47DE}">
          <p14:sldIdLst>
            <p14:sldId id="276"/>
            <p14:sldId id="278"/>
            <p14:sldId id="279"/>
            <p14:sldId id="291"/>
            <p14:sldId id="281"/>
            <p14:sldId id="280"/>
            <p14:sldId id="277"/>
            <p14:sldId id="282"/>
            <p14:sldId id="283"/>
          </p14:sldIdLst>
        </p14:section>
        <p14:section name="Poetry: Compatibility" id="{B890EF77-D39E-4347-82BC-1D3FCACAEF88}">
          <p14:sldIdLst>
            <p14:sldId id="289"/>
          </p14:sldIdLst>
        </p14:section>
        <p14:section name="Poetry: Integration" id="{BF328CD6-13B7-4716-A561-0BB28A68865B}">
          <p14:sldIdLst>
            <p14:sldId id="259"/>
            <p14:sldId id="258"/>
            <p14:sldId id="260"/>
            <p14:sldId id="263"/>
            <p14:sldId id="262"/>
            <p14:sldId id="264"/>
          </p14:sldIdLst>
        </p14:section>
        <p14:section name="Promotion for PyConHK 2024" id="{3F84B7D3-8B7C-4341-B44D-7DFEE51B0DD0}">
          <p14:sldIdLst>
            <p14:sldId id="284"/>
            <p14:sldId id="287"/>
          </p14:sldIdLst>
        </p14:section>
        <p14:section name="End" id="{782F0AFB-9919-4FE4-A68B-90A166D76010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B7196-7874-4109-9593-E8BC4488A412}" v="10" dt="2024-11-09T15:33:33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747" autoAdjust="0"/>
  </p:normalViewPr>
  <p:slideViewPr>
    <p:cSldViewPr snapToGrid="0">
      <p:cViewPr varScale="1">
        <p:scale>
          <a:sx n="90" d="100"/>
          <a:sy n="90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i Yin Henry Wong" userId="7adfdf652c41fb6c" providerId="Windows Live" clId="Web-{F7CF0956-C25E-4F1B-A2CE-17DA24B8DA10}"/>
    <pc:docChg chg="modSld">
      <pc:chgData name="Wai Yin Henry Wong" userId="7adfdf652c41fb6c" providerId="Windows Live" clId="Web-{F7CF0956-C25E-4F1B-A2CE-17DA24B8DA10}" dt="2024-10-22T15:54:36.547" v="68"/>
      <pc:docMkLst>
        <pc:docMk/>
      </pc:docMkLst>
      <pc:sldChg chg="addSp delSp">
        <pc:chgData name="Wai Yin Henry Wong" userId="7adfdf652c41fb6c" providerId="Windows Live" clId="Web-{F7CF0956-C25E-4F1B-A2CE-17DA24B8DA10}" dt="2024-10-22T15:52:58.763" v="13"/>
        <pc:sldMkLst>
          <pc:docMk/>
          <pc:sldMk cId="297474185" sldId="257"/>
        </pc:sldMkLst>
        <pc:picChg chg="del">
          <ac:chgData name="Wai Yin Henry Wong" userId="7adfdf652c41fb6c" providerId="Windows Live" clId="Web-{F7CF0956-C25E-4F1B-A2CE-17DA24B8DA10}" dt="2024-10-22T15:52:58.106" v="12"/>
          <ac:picMkLst>
            <pc:docMk/>
            <pc:sldMk cId="297474185" sldId="257"/>
            <ac:picMk id="7" creationId="{F4241F20-7CEA-E098-ECE0-A81F9266A1BD}"/>
          </ac:picMkLst>
        </pc:picChg>
        <pc:picChg chg="add">
          <ac:chgData name="Wai Yin Henry Wong" userId="7adfdf652c41fb6c" providerId="Windows Live" clId="Web-{F7CF0956-C25E-4F1B-A2CE-17DA24B8DA10}" dt="2024-10-22T15:52:58.763" v="13"/>
          <ac:picMkLst>
            <pc:docMk/>
            <pc:sldMk cId="297474185" sldId="257"/>
            <ac:picMk id="8" creationId="{84BEEF26-26E5-FDF8-9584-E1614FCE69BF}"/>
          </ac:picMkLst>
        </pc:picChg>
      </pc:sldChg>
      <pc:sldChg chg="addSp delSp">
        <pc:chgData name="Wai Yin Henry Wong" userId="7adfdf652c41fb6c" providerId="Windows Live" clId="Web-{F7CF0956-C25E-4F1B-A2CE-17DA24B8DA10}" dt="2024-10-22T15:54:05.702" v="51"/>
        <pc:sldMkLst>
          <pc:docMk/>
          <pc:sldMk cId="3896095904" sldId="258"/>
        </pc:sldMkLst>
        <pc:picChg chg="del">
          <ac:chgData name="Wai Yin Henry Wong" userId="7adfdf652c41fb6c" providerId="Windows Live" clId="Web-{F7CF0956-C25E-4F1B-A2CE-17DA24B8DA10}" dt="2024-10-22T15:53:52.014" v="45"/>
          <ac:picMkLst>
            <pc:docMk/>
            <pc:sldMk cId="3896095904" sldId="258"/>
            <ac:picMk id="4" creationId="{04C50157-E293-6F94-796E-3AD35347EB20}"/>
          </ac:picMkLst>
        </pc:picChg>
        <pc:picChg chg="add del">
          <ac:chgData name="Wai Yin Henry Wong" userId="7adfdf652c41fb6c" providerId="Windows Live" clId="Web-{F7CF0956-C25E-4F1B-A2CE-17DA24B8DA10}" dt="2024-10-22T15:54:05.062" v="50"/>
          <ac:picMkLst>
            <pc:docMk/>
            <pc:sldMk cId="3896095904" sldId="258"/>
            <ac:picMk id="5" creationId="{C07FA113-6EDB-01F7-59FD-F35098BC0CCA}"/>
          </ac:picMkLst>
        </pc:picChg>
        <pc:picChg chg="add">
          <ac:chgData name="Wai Yin Henry Wong" userId="7adfdf652c41fb6c" providerId="Windows Live" clId="Web-{F7CF0956-C25E-4F1B-A2CE-17DA24B8DA10}" dt="2024-10-22T15:54:05.702" v="51"/>
          <ac:picMkLst>
            <pc:docMk/>
            <pc:sldMk cId="3896095904" sldId="258"/>
            <ac:picMk id="7" creationId="{054C2531-0BFB-F470-37C5-70D66F12202B}"/>
          </ac:picMkLst>
        </pc:picChg>
      </pc:sldChg>
      <pc:sldChg chg="addSp delSp modSp">
        <pc:chgData name="Wai Yin Henry Wong" userId="7adfdf652c41fb6c" providerId="Windows Live" clId="Web-{F7CF0956-C25E-4F1B-A2CE-17DA24B8DA10}" dt="2024-10-22T15:54:01.671" v="49" actId="14100"/>
        <pc:sldMkLst>
          <pc:docMk/>
          <pc:sldMk cId="2096980485" sldId="259"/>
        </pc:sldMkLst>
        <pc:spChg chg="mod">
          <ac:chgData name="Wai Yin Henry Wong" userId="7adfdf652c41fb6c" providerId="Windows Live" clId="Web-{F7CF0956-C25E-4F1B-A2CE-17DA24B8DA10}" dt="2024-10-22T15:53:58.640" v="48" actId="1076"/>
          <ac:spMkLst>
            <pc:docMk/>
            <pc:sldMk cId="2096980485" sldId="259"/>
            <ac:spMk id="11" creationId="{72FBC320-3260-73BD-DF5C-388E4545DAF1}"/>
          </ac:spMkLst>
        </pc:spChg>
        <pc:picChg chg="del">
          <ac:chgData name="Wai Yin Henry Wong" userId="7adfdf652c41fb6c" providerId="Windows Live" clId="Web-{F7CF0956-C25E-4F1B-A2CE-17DA24B8DA10}" dt="2024-10-22T15:53:47.217" v="43"/>
          <ac:picMkLst>
            <pc:docMk/>
            <pc:sldMk cId="2096980485" sldId="259"/>
            <ac:picMk id="4" creationId="{A842FDDE-3144-3F90-FDD5-B3BFE8F11B26}"/>
          </ac:picMkLst>
        </pc:picChg>
        <pc:picChg chg="add">
          <ac:chgData name="Wai Yin Henry Wong" userId="7adfdf652c41fb6c" providerId="Windows Live" clId="Web-{F7CF0956-C25E-4F1B-A2CE-17DA24B8DA10}" dt="2024-10-22T15:53:47.858" v="44"/>
          <ac:picMkLst>
            <pc:docMk/>
            <pc:sldMk cId="2096980485" sldId="259"/>
            <ac:picMk id="5" creationId="{96789DFF-0980-E4D4-6DF2-D1F471669D51}"/>
          </ac:picMkLst>
        </pc:picChg>
        <pc:picChg chg="mod">
          <ac:chgData name="Wai Yin Henry Wong" userId="7adfdf652c41fb6c" providerId="Windows Live" clId="Web-{F7CF0956-C25E-4F1B-A2CE-17DA24B8DA10}" dt="2024-10-22T15:53:58.640" v="47" actId="1076"/>
          <ac:picMkLst>
            <pc:docMk/>
            <pc:sldMk cId="2096980485" sldId="259"/>
            <ac:picMk id="10" creationId="{F8F20463-C7C7-0558-F83B-AD54B798732A}"/>
          </ac:picMkLst>
        </pc:picChg>
        <pc:cxnChg chg="mod">
          <ac:chgData name="Wai Yin Henry Wong" userId="7adfdf652c41fb6c" providerId="Windows Live" clId="Web-{F7CF0956-C25E-4F1B-A2CE-17DA24B8DA10}" dt="2024-10-22T15:54:01.671" v="49" actId="14100"/>
          <ac:cxnSpMkLst>
            <pc:docMk/>
            <pc:sldMk cId="2096980485" sldId="259"/>
            <ac:cxnSpMk id="13" creationId="{6DFE817F-599E-ED44-6E6F-4F94781B079E}"/>
          </ac:cxnSpMkLst>
        </pc:cxnChg>
      </pc:sldChg>
      <pc:sldChg chg="addSp delSp">
        <pc:chgData name="Wai Yin Henry Wong" userId="7adfdf652c41fb6c" providerId="Windows Live" clId="Web-{F7CF0956-C25E-4F1B-A2CE-17DA24B8DA10}" dt="2024-10-22T15:54:08.874" v="53"/>
        <pc:sldMkLst>
          <pc:docMk/>
          <pc:sldMk cId="3274942247" sldId="260"/>
        </pc:sldMkLst>
        <pc:picChg chg="del">
          <ac:chgData name="Wai Yin Henry Wong" userId="7adfdf652c41fb6c" providerId="Windows Live" clId="Web-{F7CF0956-C25E-4F1B-A2CE-17DA24B8DA10}" dt="2024-10-22T15:54:08.156" v="52"/>
          <ac:picMkLst>
            <pc:docMk/>
            <pc:sldMk cId="3274942247" sldId="260"/>
            <ac:picMk id="4" creationId="{9C4F8362-FA3F-3090-C6EB-3DE1D500E877}"/>
          </ac:picMkLst>
        </pc:picChg>
        <pc:picChg chg="add">
          <ac:chgData name="Wai Yin Henry Wong" userId="7adfdf652c41fb6c" providerId="Windows Live" clId="Web-{F7CF0956-C25E-4F1B-A2CE-17DA24B8DA10}" dt="2024-10-22T15:54:08.874" v="53"/>
          <ac:picMkLst>
            <pc:docMk/>
            <pc:sldMk cId="3274942247" sldId="260"/>
            <ac:picMk id="5" creationId="{5DC1809D-4422-99D2-DDB3-FEFBE43A221C}"/>
          </ac:picMkLst>
        </pc:picChg>
      </pc:sldChg>
      <pc:sldChg chg="addSp delSp">
        <pc:chgData name="Wai Yin Henry Wong" userId="7adfdf652c41fb6c" providerId="Windows Live" clId="Web-{F7CF0956-C25E-4F1B-A2CE-17DA24B8DA10}" dt="2024-10-22T15:54:14.187" v="57"/>
        <pc:sldMkLst>
          <pc:docMk/>
          <pc:sldMk cId="4095336593" sldId="262"/>
        </pc:sldMkLst>
        <pc:picChg chg="del">
          <ac:chgData name="Wai Yin Henry Wong" userId="7adfdf652c41fb6c" providerId="Windows Live" clId="Web-{F7CF0956-C25E-4F1B-A2CE-17DA24B8DA10}" dt="2024-10-22T15:54:13.468" v="56"/>
          <ac:picMkLst>
            <pc:docMk/>
            <pc:sldMk cId="4095336593" sldId="262"/>
            <ac:picMk id="4" creationId="{E3DCD835-37F5-6C73-743C-5F20EBBEA1B0}"/>
          </ac:picMkLst>
        </pc:picChg>
        <pc:picChg chg="add">
          <ac:chgData name="Wai Yin Henry Wong" userId="7adfdf652c41fb6c" providerId="Windows Live" clId="Web-{F7CF0956-C25E-4F1B-A2CE-17DA24B8DA10}" dt="2024-10-22T15:54:14.187" v="57"/>
          <ac:picMkLst>
            <pc:docMk/>
            <pc:sldMk cId="4095336593" sldId="262"/>
            <ac:picMk id="6" creationId="{36A74149-406D-0552-1B27-9EE710BB39CC}"/>
          </ac:picMkLst>
        </pc:picChg>
      </pc:sldChg>
      <pc:sldChg chg="addSp delSp">
        <pc:chgData name="Wai Yin Henry Wong" userId="7adfdf652c41fb6c" providerId="Windows Live" clId="Web-{F7CF0956-C25E-4F1B-A2CE-17DA24B8DA10}" dt="2024-10-22T15:54:12.109" v="55"/>
        <pc:sldMkLst>
          <pc:docMk/>
          <pc:sldMk cId="1083318926" sldId="263"/>
        </pc:sldMkLst>
        <pc:picChg chg="del">
          <ac:chgData name="Wai Yin Henry Wong" userId="7adfdf652c41fb6c" providerId="Windows Live" clId="Web-{F7CF0956-C25E-4F1B-A2CE-17DA24B8DA10}" dt="2024-10-22T15:54:11.500" v="54"/>
          <ac:picMkLst>
            <pc:docMk/>
            <pc:sldMk cId="1083318926" sldId="263"/>
            <ac:picMk id="4" creationId="{329FECF5-CA40-61AB-68DC-668FADDB2155}"/>
          </ac:picMkLst>
        </pc:picChg>
        <pc:picChg chg="add">
          <ac:chgData name="Wai Yin Henry Wong" userId="7adfdf652c41fb6c" providerId="Windows Live" clId="Web-{F7CF0956-C25E-4F1B-A2CE-17DA24B8DA10}" dt="2024-10-22T15:54:12.109" v="55"/>
          <ac:picMkLst>
            <pc:docMk/>
            <pc:sldMk cId="1083318926" sldId="263"/>
            <ac:picMk id="6" creationId="{B212BA96-832B-8DB8-E312-DF9DD54EAB58}"/>
          </ac:picMkLst>
        </pc:picChg>
      </pc:sldChg>
      <pc:sldChg chg="addSp delSp">
        <pc:chgData name="Wai Yin Henry Wong" userId="7adfdf652c41fb6c" providerId="Windows Live" clId="Web-{F7CF0956-C25E-4F1B-A2CE-17DA24B8DA10}" dt="2024-10-22T15:54:16.281" v="59"/>
        <pc:sldMkLst>
          <pc:docMk/>
          <pc:sldMk cId="908164038" sldId="264"/>
        </pc:sldMkLst>
        <pc:picChg chg="del">
          <ac:chgData name="Wai Yin Henry Wong" userId="7adfdf652c41fb6c" providerId="Windows Live" clId="Web-{F7CF0956-C25E-4F1B-A2CE-17DA24B8DA10}" dt="2024-10-22T15:54:15.609" v="58"/>
          <ac:picMkLst>
            <pc:docMk/>
            <pc:sldMk cId="908164038" sldId="264"/>
            <ac:picMk id="4" creationId="{0FA1D00B-E139-2800-A022-2FEFB49FF7E8}"/>
          </ac:picMkLst>
        </pc:picChg>
        <pc:picChg chg="add">
          <ac:chgData name="Wai Yin Henry Wong" userId="7adfdf652c41fb6c" providerId="Windows Live" clId="Web-{F7CF0956-C25E-4F1B-A2CE-17DA24B8DA10}" dt="2024-10-22T15:54:16.281" v="59"/>
          <ac:picMkLst>
            <pc:docMk/>
            <pc:sldMk cId="908164038" sldId="264"/>
            <ac:picMk id="5" creationId="{67013856-4976-414D-634A-2F3D3B0192DE}"/>
          </ac:picMkLst>
        </pc:picChg>
      </pc:sldChg>
      <pc:sldChg chg="addSp">
        <pc:chgData name="Wai Yin Henry Wong" userId="7adfdf652c41fb6c" providerId="Windows Live" clId="Web-{F7CF0956-C25E-4F1B-A2CE-17DA24B8DA10}" dt="2024-10-22T15:54:36.547" v="68"/>
        <pc:sldMkLst>
          <pc:docMk/>
          <pc:sldMk cId="345161507" sldId="266"/>
        </pc:sldMkLst>
        <pc:picChg chg="add">
          <ac:chgData name="Wai Yin Henry Wong" userId="7adfdf652c41fb6c" providerId="Windows Live" clId="Web-{F7CF0956-C25E-4F1B-A2CE-17DA24B8DA10}" dt="2024-10-22T15:54:36.547" v="68"/>
          <ac:picMkLst>
            <pc:docMk/>
            <pc:sldMk cId="345161507" sldId="266"/>
            <ac:picMk id="3" creationId="{C8B4F7ED-3EFA-29A1-9B5F-6B7FEB81BFE6}"/>
          </ac:picMkLst>
        </pc:picChg>
      </pc:sldChg>
      <pc:sldChg chg="addSp delSp">
        <pc:chgData name="Wai Yin Henry Wong" userId="7adfdf652c41fb6c" providerId="Windows Live" clId="Web-{F7CF0956-C25E-4F1B-A2CE-17DA24B8DA10}" dt="2024-10-22T15:53:02.513" v="15"/>
        <pc:sldMkLst>
          <pc:docMk/>
          <pc:sldMk cId="2905636994" sldId="267"/>
        </pc:sldMkLst>
        <pc:picChg chg="del">
          <ac:chgData name="Wai Yin Henry Wong" userId="7adfdf652c41fb6c" providerId="Windows Live" clId="Web-{F7CF0956-C25E-4F1B-A2CE-17DA24B8DA10}" dt="2024-10-22T15:53:01.794" v="14"/>
          <ac:picMkLst>
            <pc:docMk/>
            <pc:sldMk cId="2905636994" sldId="267"/>
            <ac:picMk id="9" creationId="{FF0174C6-F988-90DB-25CE-1ACDA0303CB2}"/>
          </ac:picMkLst>
        </pc:picChg>
        <pc:picChg chg="add">
          <ac:chgData name="Wai Yin Henry Wong" userId="7adfdf652c41fb6c" providerId="Windows Live" clId="Web-{F7CF0956-C25E-4F1B-A2CE-17DA24B8DA10}" dt="2024-10-22T15:53:02.513" v="15"/>
          <ac:picMkLst>
            <pc:docMk/>
            <pc:sldMk cId="2905636994" sldId="267"/>
            <ac:picMk id="10" creationId="{C707A56E-5AAC-E21F-DEA9-F2D5FF7655DF}"/>
          </ac:picMkLst>
        </pc:picChg>
      </pc:sldChg>
      <pc:sldChg chg="addSp delSp">
        <pc:chgData name="Wai Yin Henry Wong" userId="7adfdf652c41fb6c" providerId="Windows Live" clId="Web-{F7CF0956-C25E-4F1B-A2CE-17DA24B8DA10}" dt="2024-10-22T15:53:05.966" v="17"/>
        <pc:sldMkLst>
          <pc:docMk/>
          <pc:sldMk cId="3300018298" sldId="268"/>
        </pc:sldMkLst>
        <pc:picChg chg="del">
          <ac:chgData name="Wai Yin Henry Wong" userId="7adfdf652c41fb6c" providerId="Windows Live" clId="Web-{F7CF0956-C25E-4F1B-A2CE-17DA24B8DA10}" dt="2024-10-22T15:53:05.263" v="16"/>
          <ac:picMkLst>
            <pc:docMk/>
            <pc:sldMk cId="3300018298" sldId="268"/>
            <ac:picMk id="6" creationId="{208664B0-257E-8250-16BC-1571752CD92B}"/>
          </ac:picMkLst>
        </pc:picChg>
        <pc:picChg chg="add">
          <ac:chgData name="Wai Yin Henry Wong" userId="7adfdf652c41fb6c" providerId="Windows Live" clId="Web-{F7CF0956-C25E-4F1B-A2CE-17DA24B8DA10}" dt="2024-10-22T15:53:05.966" v="17"/>
          <ac:picMkLst>
            <pc:docMk/>
            <pc:sldMk cId="3300018298" sldId="268"/>
            <ac:picMk id="12" creationId="{1F5EF4B8-DF56-ECCF-1C77-4CFB1407D42F}"/>
          </ac:picMkLst>
        </pc:picChg>
      </pc:sldChg>
      <pc:sldChg chg="addSp delSp">
        <pc:chgData name="Wai Yin Henry Wong" userId="7adfdf652c41fb6c" providerId="Windows Live" clId="Web-{F7CF0956-C25E-4F1B-A2CE-17DA24B8DA10}" dt="2024-10-22T15:53:08.138" v="19"/>
        <pc:sldMkLst>
          <pc:docMk/>
          <pc:sldMk cId="521372941" sldId="270"/>
        </pc:sldMkLst>
        <pc:picChg chg="del">
          <ac:chgData name="Wai Yin Henry Wong" userId="7adfdf652c41fb6c" providerId="Windows Live" clId="Web-{F7CF0956-C25E-4F1B-A2CE-17DA24B8DA10}" dt="2024-10-22T15:53:07.451" v="18"/>
          <ac:picMkLst>
            <pc:docMk/>
            <pc:sldMk cId="521372941" sldId="270"/>
            <ac:picMk id="6" creationId="{2C097639-D544-0676-E5B3-8DF655C59511}"/>
          </ac:picMkLst>
        </pc:picChg>
        <pc:picChg chg="add">
          <ac:chgData name="Wai Yin Henry Wong" userId="7adfdf652c41fb6c" providerId="Windows Live" clId="Web-{F7CF0956-C25E-4F1B-A2CE-17DA24B8DA10}" dt="2024-10-22T15:53:08.138" v="19"/>
          <ac:picMkLst>
            <pc:docMk/>
            <pc:sldMk cId="521372941" sldId="270"/>
            <ac:picMk id="7" creationId="{CF2B7596-D4A9-6CA4-F287-326A2DD2C01A}"/>
          </ac:picMkLst>
        </pc:picChg>
      </pc:sldChg>
      <pc:sldChg chg="addSp delSp">
        <pc:chgData name="Wai Yin Henry Wong" userId="7adfdf652c41fb6c" providerId="Windows Live" clId="Web-{F7CF0956-C25E-4F1B-A2CE-17DA24B8DA10}" dt="2024-10-22T15:52:41.262" v="7"/>
        <pc:sldMkLst>
          <pc:docMk/>
          <pc:sldMk cId="3666495639" sldId="272"/>
        </pc:sldMkLst>
        <pc:picChg chg="del">
          <ac:chgData name="Wai Yin Henry Wong" userId="7adfdf652c41fb6c" providerId="Windows Live" clId="Web-{F7CF0956-C25E-4F1B-A2CE-17DA24B8DA10}" dt="2024-10-22T15:52:40.622" v="6"/>
          <ac:picMkLst>
            <pc:docMk/>
            <pc:sldMk cId="3666495639" sldId="272"/>
            <ac:picMk id="4" creationId="{67886D1C-1F23-08D7-4039-02FB56A08F0A}"/>
          </ac:picMkLst>
        </pc:picChg>
        <pc:picChg chg="add">
          <ac:chgData name="Wai Yin Henry Wong" userId="7adfdf652c41fb6c" providerId="Windows Live" clId="Web-{F7CF0956-C25E-4F1B-A2CE-17DA24B8DA10}" dt="2024-10-22T15:52:41.262" v="7"/>
          <ac:picMkLst>
            <pc:docMk/>
            <pc:sldMk cId="3666495639" sldId="272"/>
            <ac:picMk id="5" creationId="{85536387-05A7-AB33-4DC7-E32C6DB47263}"/>
          </ac:picMkLst>
        </pc:picChg>
      </pc:sldChg>
      <pc:sldChg chg="modSp">
        <pc:chgData name="Wai Yin Henry Wong" userId="7adfdf652c41fb6c" providerId="Windows Live" clId="Web-{F7CF0956-C25E-4F1B-A2CE-17DA24B8DA10}" dt="2024-10-22T15:52:35.309" v="5" actId="1076"/>
        <pc:sldMkLst>
          <pc:docMk/>
          <pc:sldMk cId="1367836313" sldId="273"/>
        </pc:sldMkLst>
        <pc:spChg chg="mod">
          <ac:chgData name="Wai Yin Henry Wong" userId="7adfdf652c41fb6c" providerId="Windows Live" clId="Web-{F7CF0956-C25E-4F1B-A2CE-17DA24B8DA10}" dt="2024-10-22T15:52:35.309" v="5" actId="1076"/>
          <ac:spMkLst>
            <pc:docMk/>
            <pc:sldMk cId="1367836313" sldId="273"/>
            <ac:spMk id="11" creationId="{D01F13E8-E796-ABD7-A4DC-BB301764382C}"/>
          </ac:spMkLst>
        </pc:spChg>
        <pc:picChg chg="mod">
          <ac:chgData name="Wai Yin Henry Wong" userId="7adfdf652c41fb6c" providerId="Windows Live" clId="Web-{F7CF0956-C25E-4F1B-A2CE-17DA24B8DA10}" dt="2024-10-22T15:52:20.340" v="3" actId="14100"/>
          <ac:picMkLst>
            <pc:docMk/>
            <pc:sldMk cId="1367836313" sldId="273"/>
            <ac:picMk id="5" creationId="{43903B28-21F6-6F49-0C75-A98C0D35EA25}"/>
          </ac:picMkLst>
        </pc:picChg>
        <pc:picChg chg="mod">
          <ac:chgData name="Wai Yin Henry Wong" userId="7adfdf652c41fb6c" providerId="Windows Live" clId="Web-{F7CF0956-C25E-4F1B-A2CE-17DA24B8DA10}" dt="2024-10-22T15:52:35.309" v="4" actId="1076"/>
          <ac:picMkLst>
            <pc:docMk/>
            <pc:sldMk cId="1367836313" sldId="273"/>
            <ac:picMk id="2052" creationId="{FE2F6413-8422-7221-6986-2165B794C66E}"/>
          </ac:picMkLst>
        </pc:picChg>
      </pc:sldChg>
      <pc:sldChg chg="addSp delSp modSp">
        <pc:chgData name="Wai Yin Henry Wong" userId="7adfdf652c41fb6c" providerId="Windows Live" clId="Web-{F7CF0956-C25E-4F1B-A2CE-17DA24B8DA10}" dt="2024-10-22T15:52:54.481" v="11" actId="1076"/>
        <pc:sldMkLst>
          <pc:docMk/>
          <pc:sldMk cId="418358438" sldId="275"/>
        </pc:sldMkLst>
        <pc:spChg chg="mod">
          <ac:chgData name="Wai Yin Henry Wong" userId="7adfdf652c41fb6c" providerId="Windows Live" clId="Web-{F7CF0956-C25E-4F1B-A2CE-17DA24B8DA10}" dt="2024-10-22T15:52:54.481" v="11" actId="1076"/>
          <ac:spMkLst>
            <pc:docMk/>
            <pc:sldMk cId="418358438" sldId="275"/>
            <ac:spMk id="10" creationId="{AF1F3740-64B4-3463-9060-39D906587D52}"/>
          </ac:spMkLst>
        </pc:spChg>
        <pc:picChg chg="del">
          <ac:chgData name="Wai Yin Henry Wong" userId="7adfdf652c41fb6c" providerId="Windows Live" clId="Web-{F7CF0956-C25E-4F1B-A2CE-17DA24B8DA10}" dt="2024-10-22T15:52:48.278" v="8"/>
          <ac:picMkLst>
            <pc:docMk/>
            <pc:sldMk cId="418358438" sldId="275"/>
            <ac:picMk id="4" creationId="{A75154F6-F49E-9DAD-AD94-0622A37006A2}"/>
          </ac:picMkLst>
        </pc:picChg>
        <pc:picChg chg="add">
          <ac:chgData name="Wai Yin Henry Wong" userId="7adfdf652c41fb6c" providerId="Windows Live" clId="Web-{F7CF0956-C25E-4F1B-A2CE-17DA24B8DA10}" dt="2024-10-22T15:52:49.012" v="9"/>
          <ac:picMkLst>
            <pc:docMk/>
            <pc:sldMk cId="418358438" sldId="275"/>
            <ac:picMk id="5" creationId="{E852E24A-F010-FD0E-8961-B04F03107F34}"/>
          </ac:picMkLst>
        </pc:picChg>
        <pc:picChg chg="mod">
          <ac:chgData name="Wai Yin Henry Wong" userId="7adfdf652c41fb6c" providerId="Windows Live" clId="Web-{F7CF0956-C25E-4F1B-A2CE-17DA24B8DA10}" dt="2024-10-22T15:52:54.481" v="10" actId="1076"/>
          <ac:picMkLst>
            <pc:docMk/>
            <pc:sldMk cId="418358438" sldId="275"/>
            <ac:picMk id="9" creationId="{BF15FD4B-1FDE-8EA5-7E2A-F35C02E4F86A}"/>
          </ac:picMkLst>
        </pc:picChg>
      </pc:sldChg>
      <pc:sldChg chg="addSp delSp modSp">
        <pc:chgData name="Wai Yin Henry Wong" userId="7adfdf652c41fb6c" providerId="Windows Live" clId="Web-{F7CF0956-C25E-4F1B-A2CE-17DA24B8DA10}" dt="2024-10-22T15:53:19.138" v="24" actId="1076"/>
        <pc:sldMkLst>
          <pc:docMk/>
          <pc:sldMk cId="3318722068" sldId="276"/>
        </pc:sldMkLst>
        <pc:spChg chg="mod">
          <ac:chgData name="Wai Yin Henry Wong" userId="7adfdf652c41fb6c" providerId="Windows Live" clId="Web-{F7CF0956-C25E-4F1B-A2CE-17DA24B8DA10}" dt="2024-10-22T15:53:19.138" v="24" actId="1076"/>
          <ac:spMkLst>
            <pc:docMk/>
            <pc:sldMk cId="3318722068" sldId="276"/>
            <ac:spMk id="15" creationId="{3590CF67-8456-FBCE-F175-76B9C495CCD6}"/>
          </ac:spMkLst>
        </pc:spChg>
        <pc:picChg chg="del">
          <ac:chgData name="Wai Yin Henry Wong" userId="7adfdf652c41fb6c" providerId="Windows Live" clId="Web-{F7CF0956-C25E-4F1B-A2CE-17DA24B8DA10}" dt="2024-10-22T15:53:14.998" v="22"/>
          <ac:picMkLst>
            <pc:docMk/>
            <pc:sldMk cId="3318722068" sldId="276"/>
            <ac:picMk id="5" creationId="{89436144-4CF3-FAFC-1655-73CF0415B7DA}"/>
          </ac:picMkLst>
        </pc:picChg>
        <pc:picChg chg="add">
          <ac:chgData name="Wai Yin Henry Wong" userId="7adfdf652c41fb6c" providerId="Windows Live" clId="Web-{F7CF0956-C25E-4F1B-A2CE-17DA24B8DA10}" dt="2024-10-22T15:53:15.654" v="23"/>
          <ac:picMkLst>
            <pc:docMk/>
            <pc:sldMk cId="3318722068" sldId="276"/>
            <ac:picMk id="6" creationId="{13D3DAED-9F33-D02B-2CD0-AF156F5A7F8D}"/>
          </ac:picMkLst>
        </pc:picChg>
      </pc:sldChg>
      <pc:sldChg chg="addSp delSp">
        <pc:chgData name="Wai Yin Henry Wong" userId="7adfdf652c41fb6c" providerId="Windows Live" clId="Web-{F7CF0956-C25E-4F1B-A2CE-17DA24B8DA10}" dt="2024-10-22T15:53:35.373" v="36"/>
        <pc:sldMkLst>
          <pc:docMk/>
          <pc:sldMk cId="3100454174" sldId="277"/>
        </pc:sldMkLst>
        <pc:picChg chg="del">
          <ac:chgData name="Wai Yin Henry Wong" userId="7adfdf652c41fb6c" providerId="Windows Live" clId="Web-{F7CF0956-C25E-4F1B-A2CE-17DA24B8DA10}" dt="2024-10-22T15:53:34.780" v="35"/>
          <ac:picMkLst>
            <pc:docMk/>
            <pc:sldMk cId="3100454174" sldId="277"/>
            <ac:picMk id="4" creationId="{062D23DF-79AB-38B1-DADA-BDA5C36E387B}"/>
          </ac:picMkLst>
        </pc:picChg>
        <pc:picChg chg="add">
          <ac:chgData name="Wai Yin Henry Wong" userId="7adfdf652c41fb6c" providerId="Windows Live" clId="Web-{F7CF0956-C25E-4F1B-A2CE-17DA24B8DA10}" dt="2024-10-22T15:53:35.373" v="36"/>
          <ac:picMkLst>
            <pc:docMk/>
            <pc:sldMk cId="3100454174" sldId="277"/>
            <ac:picMk id="8" creationId="{7AFB486F-EF04-4912-A9EF-2C9472FC2B3D}"/>
          </ac:picMkLst>
        </pc:picChg>
      </pc:sldChg>
      <pc:sldChg chg="addSp delSp">
        <pc:chgData name="Wai Yin Henry Wong" userId="7adfdf652c41fb6c" providerId="Windows Live" clId="Web-{F7CF0956-C25E-4F1B-A2CE-17DA24B8DA10}" dt="2024-10-22T15:53:22.404" v="26"/>
        <pc:sldMkLst>
          <pc:docMk/>
          <pc:sldMk cId="1045131671" sldId="278"/>
        </pc:sldMkLst>
        <pc:picChg chg="del">
          <ac:chgData name="Wai Yin Henry Wong" userId="7adfdf652c41fb6c" providerId="Windows Live" clId="Web-{F7CF0956-C25E-4F1B-A2CE-17DA24B8DA10}" dt="2024-10-22T15:53:21.748" v="25"/>
          <ac:picMkLst>
            <pc:docMk/>
            <pc:sldMk cId="1045131671" sldId="278"/>
            <ac:picMk id="5" creationId="{F0EDAE48-ACDD-45AF-E02D-E3B9CC7283D6}"/>
          </ac:picMkLst>
        </pc:picChg>
        <pc:picChg chg="add">
          <ac:chgData name="Wai Yin Henry Wong" userId="7adfdf652c41fb6c" providerId="Windows Live" clId="Web-{F7CF0956-C25E-4F1B-A2CE-17DA24B8DA10}" dt="2024-10-22T15:53:22.404" v="26"/>
          <ac:picMkLst>
            <pc:docMk/>
            <pc:sldMk cId="1045131671" sldId="278"/>
            <ac:picMk id="6" creationId="{7D694704-62C8-5C9C-9551-0634B9DA92BE}"/>
          </ac:picMkLst>
        </pc:picChg>
      </pc:sldChg>
      <pc:sldChg chg="addSp delSp">
        <pc:chgData name="Wai Yin Henry Wong" userId="7adfdf652c41fb6c" providerId="Windows Live" clId="Web-{F7CF0956-C25E-4F1B-A2CE-17DA24B8DA10}" dt="2024-10-22T15:53:24.810" v="28"/>
        <pc:sldMkLst>
          <pc:docMk/>
          <pc:sldMk cId="3477501601" sldId="279"/>
        </pc:sldMkLst>
        <pc:picChg chg="del">
          <ac:chgData name="Wai Yin Henry Wong" userId="7adfdf652c41fb6c" providerId="Windows Live" clId="Web-{F7CF0956-C25E-4F1B-A2CE-17DA24B8DA10}" dt="2024-10-22T15:53:24.139" v="27"/>
          <ac:picMkLst>
            <pc:docMk/>
            <pc:sldMk cId="3477501601" sldId="279"/>
            <ac:picMk id="6" creationId="{154480C7-B1FF-0048-E475-49EF85BDF2AC}"/>
          </ac:picMkLst>
        </pc:picChg>
        <pc:picChg chg="add">
          <ac:chgData name="Wai Yin Henry Wong" userId="7adfdf652c41fb6c" providerId="Windows Live" clId="Web-{F7CF0956-C25E-4F1B-A2CE-17DA24B8DA10}" dt="2024-10-22T15:53:24.810" v="28"/>
          <ac:picMkLst>
            <pc:docMk/>
            <pc:sldMk cId="3477501601" sldId="279"/>
            <ac:picMk id="7" creationId="{5720EE2F-807B-9C76-147B-B50477997F38}"/>
          </ac:picMkLst>
        </pc:picChg>
      </pc:sldChg>
      <pc:sldChg chg="addSp delSp">
        <pc:chgData name="Wai Yin Henry Wong" userId="7adfdf652c41fb6c" providerId="Windows Live" clId="Web-{F7CF0956-C25E-4F1B-A2CE-17DA24B8DA10}" dt="2024-10-22T15:53:33.404" v="34"/>
        <pc:sldMkLst>
          <pc:docMk/>
          <pc:sldMk cId="687613964" sldId="280"/>
        </pc:sldMkLst>
        <pc:picChg chg="del">
          <ac:chgData name="Wai Yin Henry Wong" userId="7adfdf652c41fb6c" providerId="Windows Live" clId="Web-{F7CF0956-C25E-4F1B-A2CE-17DA24B8DA10}" dt="2024-10-22T15:53:32.764" v="33"/>
          <ac:picMkLst>
            <pc:docMk/>
            <pc:sldMk cId="687613964" sldId="280"/>
            <ac:picMk id="6" creationId="{FDC00F16-078E-6A51-BA93-BA60A5187854}"/>
          </ac:picMkLst>
        </pc:picChg>
        <pc:picChg chg="add">
          <ac:chgData name="Wai Yin Henry Wong" userId="7adfdf652c41fb6c" providerId="Windows Live" clId="Web-{F7CF0956-C25E-4F1B-A2CE-17DA24B8DA10}" dt="2024-10-22T15:53:33.404" v="34"/>
          <ac:picMkLst>
            <pc:docMk/>
            <pc:sldMk cId="687613964" sldId="280"/>
            <ac:picMk id="7" creationId="{14874441-4BC7-6408-72B6-2C55E30D94AA}"/>
          </ac:picMkLst>
        </pc:picChg>
      </pc:sldChg>
      <pc:sldChg chg="addSp delSp">
        <pc:chgData name="Wai Yin Henry Wong" userId="7adfdf652c41fb6c" providerId="Windows Live" clId="Web-{F7CF0956-C25E-4F1B-A2CE-17DA24B8DA10}" dt="2024-10-22T15:53:31.467" v="32"/>
        <pc:sldMkLst>
          <pc:docMk/>
          <pc:sldMk cId="2058202113" sldId="281"/>
        </pc:sldMkLst>
        <pc:picChg chg="add">
          <ac:chgData name="Wai Yin Henry Wong" userId="7adfdf652c41fb6c" providerId="Windows Live" clId="Web-{F7CF0956-C25E-4F1B-A2CE-17DA24B8DA10}" dt="2024-10-22T15:53:31.467" v="32"/>
          <ac:picMkLst>
            <pc:docMk/>
            <pc:sldMk cId="2058202113" sldId="281"/>
            <ac:picMk id="4" creationId="{6853E635-52AB-1DC8-765A-01EFB9288AB1}"/>
          </ac:picMkLst>
        </pc:picChg>
        <pc:picChg chg="del">
          <ac:chgData name="Wai Yin Henry Wong" userId="7adfdf652c41fb6c" providerId="Windows Live" clId="Web-{F7CF0956-C25E-4F1B-A2CE-17DA24B8DA10}" dt="2024-10-22T15:53:30.764" v="31"/>
          <ac:picMkLst>
            <pc:docMk/>
            <pc:sldMk cId="2058202113" sldId="281"/>
            <ac:picMk id="6" creationId="{C34A0625-B967-5751-4218-7947F7D57D89}"/>
          </ac:picMkLst>
        </pc:picChg>
      </pc:sldChg>
      <pc:sldChg chg="addSp delSp">
        <pc:chgData name="Wai Yin Henry Wong" userId="7adfdf652c41fb6c" providerId="Windows Live" clId="Web-{F7CF0956-C25E-4F1B-A2CE-17DA24B8DA10}" dt="2024-10-22T15:53:39.577" v="38"/>
        <pc:sldMkLst>
          <pc:docMk/>
          <pc:sldMk cId="3986681908" sldId="282"/>
        </pc:sldMkLst>
        <pc:picChg chg="del">
          <ac:chgData name="Wai Yin Henry Wong" userId="7adfdf652c41fb6c" providerId="Windows Live" clId="Web-{F7CF0956-C25E-4F1B-A2CE-17DA24B8DA10}" dt="2024-10-22T15:53:38.905" v="37"/>
          <ac:picMkLst>
            <pc:docMk/>
            <pc:sldMk cId="3986681908" sldId="282"/>
            <ac:picMk id="6" creationId="{666B0ED3-57A4-261A-7FD1-C341331F3688}"/>
          </ac:picMkLst>
        </pc:picChg>
        <pc:picChg chg="add">
          <ac:chgData name="Wai Yin Henry Wong" userId="7adfdf652c41fb6c" providerId="Windows Live" clId="Web-{F7CF0956-C25E-4F1B-A2CE-17DA24B8DA10}" dt="2024-10-22T15:53:39.577" v="38"/>
          <ac:picMkLst>
            <pc:docMk/>
            <pc:sldMk cId="3986681908" sldId="282"/>
            <ac:picMk id="7" creationId="{4711534B-CC59-B0B7-CDE8-A34E86DA2461}"/>
          </ac:picMkLst>
        </pc:picChg>
      </pc:sldChg>
      <pc:sldChg chg="addSp delSp">
        <pc:chgData name="Wai Yin Henry Wong" userId="7adfdf652c41fb6c" providerId="Windows Live" clId="Web-{F7CF0956-C25E-4F1B-A2CE-17DA24B8DA10}" dt="2024-10-22T15:53:41.561" v="40"/>
        <pc:sldMkLst>
          <pc:docMk/>
          <pc:sldMk cId="2736686328" sldId="283"/>
        </pc:sldMkLst>
        <pc:picChg chg="del">
          <ac:chgData name="Wai Yin Henry Wong" userId="7adfdf652c41fb6c" providerId="Windows Live" clId="Web-{F7CF0956-C25E-4F1B-A2CE-17DA24B8DA10}" dt="2024-10-22T15:53:40.952" v="39"/>
          <ac:picMkLst>
            <pc:docMk/>
            <pc:sldMk cId="2736686328" sldId="283"/>
            <ac:picMk id="5" creationId="{E0FB0418-903A-F34F-3A9F-756A8B239393}"/>
          </ac:picMkLst>
        </pc:picChg>
        <pc:picChg chg="add">
          <ac:chgData name="Wai Yin Henry Wong" userId="7adfdf652c41fb6c" providerId="Windows Live" clId="Web-{F7CF0956-C25E-4F1B-A2CE-17DA24B8DA10}" dt="2024-10-22T15:53:41.561" v="40"/>
          <ac:picMkLst>
            <pc:docMk/>
            <pc:sldMk cId="2736686328" sldId="283"/>
            <ac:picMk id="7" creationId="{7D77B9E4-6519-446E-C6B3-6C7789854942}"/>
          </ac:picMkLst>
        </pc:picChg>
      </pc:sldChg>
      <pc:sldChg chg="addSp">
        <pc:chgData name="Wai Yin Henry Wong" userId="7adfdf652c41fb6c" providerId="Windows Live" clId="Web-{F7CF0956-C25E-4F1B-A2CE-17DA24B8DA10}" dt="2024-10-22T15:54:18.390" v="60"/>
        <pc:sldMkLst>
          <pc:docMk/>
          <pc:sldMk cId="574816841" sldId="284"/>
        </pc:sldMkLst>
        <pc:picChg chg="add">
          <ac:chgData name="Wai Yin Henry Wong" userId="7adfdf652c41fb6c" providerId="Windows Live" clId="Web-{F7CF0956-C25E-4F1B-A2CE-17DA24B8DA10}" dt="2024-10-22T15:54:18.390" v="60"/>
          <ac:picMkLst>
            <pc:docMk/>
            <pc:sldMk cId="574816841" sldId="284"/>
            <ac:picMk id="3" creationId="{77D72CD3-5334-2FE4-2F5A-F10DEB8A680D}"/>
          </ac:picMkLst>
        </pc:picChg>
      </pc:sldChg>
      <pc:sldChg chg="addSp modSp">
        <pc:chgData name="Wai Yin Henry Wong" userId="7adfdf652c41fb6c" providerId="Windows Live" clId="Web-{F7CF0956-C25E-4F1B-A2CE-17DA24B8DA10}" dt="2024-10-22T15:54:33.172" v="67" actId="1076"/>
        <pc:sldMkLst>
          <pc:docMk/>
          <pc:sldMk cId="2952050505" sldId="287"/>
        </pc:sldMkLst>
        <pc:picChg chg="mod">
          <ac:chgData name="Wai Yin Henry Wong" userId="7adfdf652c41fb6c" providerId="Windows Live" clId="Web-{F7CF0956-C25E-4F1B-A2CE-17DA24B8DA10}" dt="2024-10-22T15:54:33.172" v="67" actId="1076"/>
          <ac:picMkLst>
            <pc:docMk/>
            <pc:sldMk cId="2952050505" sldId="287"/>
            <ac:picMk id="4" creationId="{C94592F0-F1D4-8B84-6763-9901096722A8}"/>
          </ac:picMkLst>
        </pc:picChg>
        <pc:picChg chg="add">
          <ac:chgData name="Wai Yin Henry Wong" userId="7adfdf652c41fb6c" providerId="Windows Live" clId="Web-{F7CF0956-C25E-4F1B-A2CE-17DA24B8DA10}" dt="2024-10-22T15:54:22.187" v="61"/>
          <ac:picMkLst>
            <pc:docMk/>
            <pc:sldMk cId="2952050505" sldId="287"/>
            <ac:picMk id="5" creationId="{7CBDC319-D5E0-2A8E-3DC9-7BB326F66BC0}"/>
          </ac:picMkLst>
        </pc:picChg>
        <pc:picChg chg="mod">
          <ac:chgData name="Wai Yin Henry Wong" userId="7adfdf652c41fb6c" providerId="Windows Live" clId="Web-{F7CF0956-C25E-4F1B-A2CE-17DA24B8DA10}" dt="2024-10-22T15:54:28.531" v="64" actId="1076"/>
          <ac:picMkLst>
            <pc:docMk/>
            <pc:sldMk cId="2952050505" sldId="287"/>
            <ac:picMk id="1026" creationId="{69F35BCB-F93A-8DDB-D1A2-BECE9A709DDB}"/>
          </ac:picMkLst>
        </pc:picChg>
      </pc:sldChg>
      <pc:sldChg chg="addSp delSp">
        <pc:chgData name="Wai Yin Henry Wong" userId="7adfdf652c41fb6c" providerId="Windows Live" clId="Web-{F7CF0956-C25E-4F1B-A2CE-17DA24B8DA10}" dt="2024-10-22T15:53:11.669" v="21"/>
        <pc:sldMkLst>
          <pc:docMk/>
          <pc:sldMk cId="449943410" sldId="288"/>
        </pc:sldMkLst>
        <pc:picChg chg="del">
          <ac:chgData name="Wai Yin Henry Wong" userId="7adfdf652c41fb6c" providerId="Windows Live" clId="Web-{F7CF0956-C25E-4F1B-A2CE-17DA24B8DA10}" dt="2024-10-22T15:53:11.029" v="20"/>
          <ac:picMkLst>
            <pc:docMk/>
            <pc:sldMk cId="449943410" sldId="288"/>
            <ac:picMk id="5" creationId="{C857AAE0-BD8B-8AF4-4A8F-18AEF94155FE}"/>
          </ac:picMkLst>
        </pc:picChg>
        <pc:picChg chg="add">
          <ac:chgData name="Wai Yin Henry Wong" userId="7adfdf652c41fb6c" providerId="Windows Live" clId="Web-{F7CF0956-C25E-4F1B-A2CE-17DA24B8DA10}" dt="2024-10-22T15:53:11.669" v="21"/>
          <ac:picMkLst>
            <pc:docMk/>
            <pc:sldMk cId="449943410" sldId="288"/>
            <ac:picMk id="6" creationId="{C4A17A80-9D4C-E2A0-C74B-D36593BB5A3D}"/>
          </ac:picMkLst>
        </pc:picChg>
      </pc:sldChg>
      <pc:sldChg chg="addSp delSp">
        <pc:chgData name="Wai Yin Henry Wong" userId="7adfdf652c41fb6c" providerId="Windows Live" clId="Web-{F7CF0956-C25E-4F1B-A2CE-17DA24B8DA10}" dt="2024-10-22T15:53:45.374" v="42"/>
        <pc:sldMkLst>
          <pc:docMk/>
          <pc:sldMk cId="3776635172" sldId="289"/>
        </pc:sldMkLst>
        <pc:picChg chg="del">
          <ac:chgData name="Wai Yin Henry Wong" userId="7adfdf652c41fb6c" providerId="Windows Live" clId="Web-{F7CF0956-C25E-4F1B-A2CE-17DA24B8DA10}" dt="2024-10-22T15:53:44.717" v="41"/>
          <ac:picMkLst>
            <pc:docMk/>
            <pc:sldMk cId="3776635172" sldId="289"/>
            <ac:picMk id="4" creationId="{911157B2-05CB-AFA8-19BB-CE83903D9E6C}"/>
          </ac:picMkLst>
        </pc:picChg>
        <pc:picChg chg="add">
          <ac:chgData name="Wai Yin Henry Wong" userId="7adfdf652c41fb6c" providerId="Windows Live" clId="Web-{F7CF0956-C25E-4F1B-A2CE-17DA24B8DA10}" dt="2024-10-22T15:53:45.374" v="42"/>
          <ac:picMkLst>
            <pc:docMk/>
            <pc:sldMk cId="3776635172" sldId="289"/>
            <ac:picMk id="6" creationId="{E951290C-FCAB-1DFE-07C6-4A871A3660BA}"/>
          </ac:picMkLst>
        </pc:picChg>
      </pc:sldChg>
      <pc:sldChg chg="addSp delSp">
        <pc:chgData name="Wai Yin Henry Wong" userId="7adfdf652c41fb6c" providerId="Windows Live" clId="Web-{F7CF0956-C25E-4F1B-A2CE-17DA24B8DA10}" dt="2024-10-22T15:53:28.076" v="30"/>
        <pc:sldMkLst>
          <pc:docMk/>
          <pc:sldMk cId="685044479" sldId="291"/>
        </pc:sldMkLst>
        <pc:picChg chg="del">
          <ac:chgData name="Wai Yin Henry Wong" userId="7adfdf652c41fb6c" providerId="Windows Live" clId="Web-{F7CF0956-C25E-4F1B-A2CE-17DA24B8DA10}" dt="2024-10-22T15:53:27.170" v="29"/>
          <ac:picMkLst>
            <pc:docMk/>
            <pc:sldMk cId="685044479" sldId="291"/>
            <ac:picMk id="4" creationId="{23A203A5-D71F-EFFC-74D8-05AE44EEF5C7}"/>
          </ac:picMkLst>
        </pc:picChg>
        <pc:picChg chg="add">
          <ac:chgData name="Wai Yin Henry Wong" userId="7adfdf652c41fb6c" providerId="Windows Live" clId="Web-{F7CF0956-C25E-4F1B-A2CE-17DA24B8DA10}" dt="2024-10-22T15:53:28.076" v="30"/>
          <ac:picMkLst>
            <pc:docMk/>
            <pc:sldMk cId="685044479" sldId="291"/>
            <ac:picMk id="5" creationId="{3F9660A7-D9B7-988C-40EA-0B2FD4CD0DF4}"/>
          </ac:picMkLst>
        </pc:picChg>
      </pc:sldChg>
    </pc:docChg>
  </pc:docChgLst>
  <pc:docChgLst>
    <pc:chgData name="Wai Yin Henry Wong" userId="7adfdf652c41fb6c" providerId="Windows Live" clId="Web-{5D752ED5-D4E5-4891-9AAD-13F4BC6C95BE}"/>
    <pc:docChg chg="addSld modSld modSection">
      <pc:chgData name="Wai Yin Henry Wong" userId="7adfdf652c41fb6c" providerId="Windows Live" clId="Web-{5D752ED5-D4E5-4891-9AAD-13F4BC6C95BE}" dt="2024-10-21T15:03:05.399" v="105"/>
      <pc:docMkLst>
        <pc:docMk/>
      </pc:docMkLst>
      <pc:sldChg chg="modNotes">
        <pc:chgData name="Wai Yin Henry Wong" userId="7adfdf652c41fb6c" providerId="Windows Live" clId="Web-{5D752ED5-D4E5-4891-9AAD-13F4BC6C95BE}" dt="2024-10-21T14:21:10.028" v="1"/>
        <pc:sldMkLst>
          <pc:docMk/>
          <pc:sldMk cId="1065084778" sldId="256"/>
        </pc:sldMkLst>
      </pc:sldChg>
      <pc:sldChg chg="addSp modNotes">
        <pc:chgData name="Wai Yin Henry Wong" userId="7adfdf652c41fb6c" providerId="Windows Live" clId="Web-{5D752ED5-D4E5-4891-9AAD-13F4BC6C95BE}" dt="2024-10-21T14:25:09.927" v="42"/>
        <pc:sldMkLst>
          <pc:docMk/>
          <pc:sldMk cId="297474185" sldId="257"/>
        </pc:sldMkLst>
        <pc:picChg chg="add">
          <ac:chgData name="Wai Yin Henry Wong" userId="7adfdf652c41fb6c" providerId="Windows Live" clId="Web-{5D752ED5-D4E5-4891-9AAD-13F4BC6C95BE}" dt="2024-10-21T14:25:09.927" v="42"/>
          <ac:picMkLst>
            <pc:docMk/>
            <pc:sldMk cId="297474185" sldId="257"/>
            <ac:picMk id="7" creationId="{F4241F20-7CEA-E098-ECE0-A81F9266A1BD}"/>
          </ac:picMkLst>
        </pc:picChg>
      </pc:sldChg>
      <pc:sldChg chg="addSp modNotes">
        <pc:chgData name="Wai Yin Henry Wong" userId="7adfdf652c41fb6c" providerId="Windows Live" clId="Web-{5D752ED5-D4E5-4891-9AAD-13F4BC6C95BE}" dt="2024-10-21T14:25:54.944" v="66"/>
        <pc:sldMkLst>
          <pc:docMk/>
          <pc:sldMk cId="3896095904" sldId="258"/>
        </pc:sldMkLst>
        <pc:picChg chg="add">
          <ac:chgData name="Wai Yin Henry Wong" userId="7adfdf652c41fb6c" providerId="Windows Live" clId="Web-{5D752ED5-D4E5-4891-9AAD-13F4BC6C95BE}" dt="2024-10-21T14:25:54.944" v="66"/>
          <ac:picMkLst>
            <pc:docMk/>
            <pc:sldMk cId="3896095904" sldId="258"/>
            <ac:picMk id="4" creationId="{04C50157-E293-6F94-796E-3AD35347EB20}"/>
          </ac:picMkLst>
        </pc:picChg>
      </pc:sldChg>
      <pc:sldChg chg="addSp modNotes">
        <pc:chgData name="Wai Yin Henry Wong" userId="7adfdf652c41fb6c" providerId="Windows Live" clId="Web-{5D752ED5-D4E5-4891-9AAD-13F4BC6C95BE}" dt="2024-10-21T14:25:52.788" v="65"/>
        <pc:sldMkLst>
          <pc:docMk/>
          <pc:sldMk cId="2096980485" sldId="259"/>
        </pc:sldMkLst>
        <pc:picChg chg="add">
          <ac:chgData name="Wai Yin Henry Wong" userId="7adfdf652c41fb6c" providerId="Windows Live" clId="Web-{5D752ED5-D4E5-4891-9AAD-13F4BC6C95BE}" dt="2024-10-21T14:25:52.788" v="65"/>
          <ac:picMkLst>
            <pc:docMk/>
            <pc:sldMk cId="2096980485" sldId="259"/>
            <ac:picMk id="4" creationId="{A842FDDE-3144-3F90-FDD5-B3BFE8F11B26}"/>
          </ac:picMkLst>
        </pc:picChg>
      </pc:sldChg>
      <pc:sldChg chg="addSp modNotes">
        <pc:chgData name="Wai Yin Henry Wong" userId="7adfdf652c41fb6c" providerId="Windows Live" clId="Web-{5D752ED5-D4E5-4891-9AAD-13F4BC6C95BE}" dt="2024-10-21T14:25:55.632" v="67"/>
        <pc:sldMkLst>
          <pc:docMk/>
          <pc:sldMk cId="3274942247" sldId="260"/>
        </pc:sldMkLst>
        <pc:picChg chg="add">
          <ac:chgData name="Wai Yin Henry Wong" userId="7adfdf652c41fb6c" providerId="Windows Live" clId="Web-{5D752ED5-D4E5-4891-9AAD-13F4BC6C95BE}" dt="2024-10-21T14:25:55.632" v="67"/>
          <ac:picMkLst>
            <pc:docMk/>
            <pc:sldMk cId="3274942247" sldId="260"/>
            <ac:picMk id="4" creationId="{9C4F8362-FA3F-3090-C6EB-3DE1D500E877}"/>
          </ac:picMkLst>
        </pc:picChg>
      </pc:sldChg>
      <pc:sldChg chg="addSp modNotes">
        <pc:chgData name="Wai Yin Henry Wong" userId="7adfdf652c41fb6c" providerId="Windows Live" clId="Web-{5D752ED5-D4E5-4891-9AAD-13F4BC6C95BE}" dt="2024-10-21T14:25:57.991" v="69"/>
        <pc:sldMkLst>
          <pc:docMk/>
          <pc:sldMk cId="4095336593" sldId="262"/>
        </pc:sldMkLst>
        <pc:picChg chg="add">
          <ac:chgData name="Wai Yin Henry Wong" userId="7adfdf652c41fb6c" providerId="Windows Live" clId="Web-{5D752ED5-D4E5-4891-9AAD-13F4BC6C95BE}" dt="2024-10-21T14:25:57.991" v="69"/>
          <ac:picMkLst>
            <pc:docMk/>
            <pc:sldMk cId="4095336593" sldId="262"/>
            <ac:picMk id="4" creationId="{E3DCD835-37F5-6C73-743C-5F20EBBEA1B0}"/>
          </ac:picMkLst>
        </pc:picChg>
      </pc:sldChg>
      <pc:sldChg chg="addSp modNotes">
        <pc:chgData name="Wai Yin Henry Wong" userId="7adfdf652c41fb6c" providerId="Windows Live" clId="Web-{5D752ED5-D4E5-4891-9AAD-13F4BC6C95BE}" dt="2024-10-21T14:25:56.350" v="68"/>
        <pc:sldMkLst>
          <pc:docMk/>
          <pc:sldMk cId="1083318926" sldId="263"/>
        </pc:sldMkLst>
        <pc:picChg chg="add">
          <ac:chgData name="Wai Yin Henry Wong" userId="7adfdf652c41fb6c" providerId="Windows Live" clId="Web-{5D752ED5-D4E5-4891-9AAD-13F4BC6C95BE}" dt="2024-10-21T14:25:56.350" v="68"/>
          <ac:picMkLst>
            <pc:docMk/>
            <pc:sldMk cId="1083318926" sldId="263"/>
            <ac:picMk id="4" creationId="{329FECF5-CA40-61AB-68DC-668FADDB2155}"/>
          </ac:picMkLst>
        </pc:picChg>
      </pc:sldChg>
      <pc:sldChg chg="addSp modNotes">
        <pc:chgData name="Wai Yin Henry Wong" userId="7adfdf652c41fb6c" providerId="Windows Live" clId="Web-{5D752ED5-D4E5-4891-9AAD-13F4BC6C95BE}" dt="2024-10-21T14:25:58.757" v="70"/>
        <pc:sldMkLst>
          <pc:docMk/>
          <pc:sldMk cId="908164038" sldId="264"/>
        </pc:sldMkLst>
        <pc:picChg chg="add">
          <ac:chgData name="Wai Yin Henry Wong" userId="7adfdf652c41fb6c" providerId="Windows Live" clId="Web-{5D752ED5-D4E5-4891-9AAD-13F4BC6C95BE}" dt="2024-10-21T14:25:58.757" v="70"/>
          <ac:picMkLst>
            <pc:docMk/>
            <pc:sldMk cId="908164038" sldId="264"/>
            <ac:picMk id="4" creationId="{0FA1D00B-E139-2800-A022-2FEFB49FF7E8}"/>
          </ac:picMkLst>
        </pc:picChg>
      </pc:sldChg>
      <pc:sldChg chg="modNotes">
        <pc:chgData name="Wai Yin Henry Wong" userId="7adfdf652c41fb6c" providerId="Windows Live" clId="Web-{5D752ED5-D4E5-4891-9AAD-13F4BC6C95BE}" dt="2024-10-21T14:21:07.637" v="0"/>
        <pc:sldMkLst>
          <pc:docMk/>
          <pc:sldMk cId="3108928663" sldId="265"/>
        </pc:sldMkLst>
      </pc:sldChg>
      <pc:sldChg chg="addSp modNotes">
        <pc:chgData name="Wai Yin Henry Wong" userId="7adfdf652c41fb6c" providerId="Windows Live" clId="Web-{5D752ED5-D4E5-4891-9AAD-13F4BC6C95BE}" dt="2024-10-21T14:25:10.927" v="43"/>
        <pc:sldMkLst>
          <pc:docMk/>
          <pc:sldMk cId="2905636994" sldId="267"/>
        </pc:sldMkLst>
        <pc:picChg chg="add">
          <ac:chgData name="Wai Yin Henry Wong" userId="7adfdf652c41fb6c" providerId="Windows Live" clId="Web-{5D752ED5-D4E5-4891-9AAD-13F4BC6C95BE}" dt="2024-10-21T14:25:10.927" v="43"/>
          <ac:picMkLst>
            <pc:docMk/>
            <pc:sldMk cId="2905636994" sldId="267"/>
            <ac:picMk id="9" creationId="{FF0174C6-F988-90DB-25CE-1ACDA0303CB2}"/>
          </ac:picMkLst>
        </pc:picChg>
      </pc:sldChg>
      <pc:sldChg chg="addSp modNotes">
        <pc:chgData name="Wai Yin Henry Wong" userId="7adfdf652c41fb6c" providerId="Windows Live" clId="Web-{5D752ED5-D4E5-4891-9AAD-13F4BC6C95BE}" dt="2024-10-21T14:25:12.365" v="44"/>
        <pc:sldMkLst>
          <pc:docMk/>
          <pc:sldMk cId="3300018298" sldId="268"/>
        </pc:sldMkLst>
        <pc:picChg chg="add">
          <ac:chgData name="Wai Yin Henry Wong" userId="7adfdf652c41fb6c" providerId="Windows Live" clId="Web-{5D752ED5-D4E5-4891-9AAD-13F4BC6C95BE}" dt="2024-10-21T14:25:12.365" v="44"/>
          <ac:picMkLst>
            <pc:docMk/>
            <pc:sldMk cId="3300018298" sldId="268"/>
            <ac:picMk id="6" creationId="{208664B0-257E-8250-16BC-1571752CD92B}"/>
          </ac:picMkLst>
        </pc:picChg>
      </pc:sldChg>
      <pc:sldChg chg="addSp modNotes">
        <pc:chgData name="Wai Yin Henry Wong" userId="7adfdf652c41fb6c" providerId="Windows Live" clId="Web-{5D752ED5-D4E5-4891-9AAD-13F4BC6C95BE}" dt="2024-10-21T14:25:14.255" v="45"/>
        <pc:sldMkLst>
          <pc:docMk/>
          <pc:sldMk cId="521372941" sldId="270"/>
        </pc:sldMkLst>
        <pc:picChg chg="add">
          <ac:chgData name="Wai Yin Henry Wong" userId="7adfdf652c41fb6c" providerId="Windows Live" clId="Web-{5D752ED5-D4E5-4891-9AAD-13F4BC6C95BE}" dt="2024-10-21T14:25:14.255" v="45"/>
          <ac:picMkLst>
            <pc:docMk/>
            <pc:sldMk cId="521372941" sldId="270"/>
            <ac:picMk id="6" creationId="{2C097639-D544-0676-E5B3-8DF655C59511}"/>
          </ac:picMkLst>
        </pc:picChg>
      </pc:sldChg>
      <pc:sldChg chg="addSp modNotes">
        <pc:chgData name="Wai Yin Henry Wong" userId="7adfdf652c41fb6c" providerId="Windows Live" clId="Web-{5D752ED5-D4E5-4891-9AAD-13F4BC6C95BE}" dt="2024-10-21T14:25:05.708" v="40"/>
        <pc:sldMkLst>
          <pc:docMk/>
          <pc:sldMk cId="3666495639" sldId="272"/>
        </pc:sldMkLst>
        <pc:picChg chg="add">
          <ac:chgData name="Wai Yin Henry Wong" userId="7adfdf652c41fb6c" providerId="Windows Live" clId="Web-{5D752ED5-D4E5-4891-9AAD-13F4BC6C95BE}" dt="2024-10-21T14:25:05.708" v="40"/>
          <ac:picMkLst>
            <pc:docMk/>
            <pc:sldMk cId="3666495639" sldId="272"/>
            <ac:picMk id="4" creationId="{67886D1C-1F23-08D7-4039-02FB56A08F0A}"/>
          </ac:picMkLst>
        </pc:picChg>
      </pc:sldChg>
      <pc:sldChg chg="addSp modSp modNotes">
        <pc:chgData name="Wai Yin Henry Wong" userId="7adfdf652c41fb6c" providerId="Windows Live" clId="Web-{5D752ED5-D4E5-4891-9AAD-13F4BC6C95BE}" dt="2024-10-21T14:25:02.942" v="39" actId="14100"/>
        <pc:sldMkLst>
          <pc:docMk/>
          <pc:sldMk cId="1367836313" sldId="273"/>
        </pc:sldMkLst>
        <pc:picChg chg="add mod">
          <ac:chgData name="Wai Yin Henry Wong" userId="7adfdf652c41fb6c" providerId="Windows Live" clId="Web-{5D752ED5-D4E5-4891-9AAD-13F4BC6C95BE}" dt="2024-10-21T14:25:02.942" v="39" actId="14100"/>
          <ac:picMkLst>
            <pc:docMk/>
            <pc:sldMk cId="1367836313" sldId="273"/>
            <ac:picMk id="5" creationId="{43903B28-21F6-6F49-0C75-A98C0D35EA25}"/>
          </ac:picMkLst>
        </pc:picChg>
      </pc:sldChg>
      <pc:sldChg chg="addSp modNotes">
        <pc:chgData name="Wai Yin Henry Wong" userId="7adfdf652c41fb6c" providerId="Windows Live" clId="Web-{5D752ED5-D4E5-4891-9AAD-13F4BC6C95BE}" dt="2024-10-21T14:25:08.364" v="41"/>
        <pc:sldMkLst>
          <pc:docMk/>
          <pc:sldMk cId="418358438" sldId="275"/>
        </pc:sldMkLst>
        <pc:picChg chg="add">
          <ac:chgData name="Wai Yin Henry Wong" userId="7adfdf652c41fb6c" providerId="Windows Live" clId="Web-{5D752ED5-D4E5-4891-9AAD-13F4BC6C95BE}" dt="2024-10-21T14:25:08.364" v="41"/>
          <ac:picMkLst>
            <pc:docMk/>
            <pc:sldMk cId="418358438" sldId="275"/>
            <ac:picMk id="4" creationId="{A75154F6-F49E-9DAD-AD94-0622A37006A2}"/>
          </ac:picMkLst>
        </pc:picChg>
      </pc:sldChg>
      <pc:sldChg chg="addSp modSp modNotes">
        <pc:chgData name="Wai Yin Henry Wong" userId="7adfdf652c41fb6c" providerId="Windows Live" clId="Web-{5D752ED5-D4E5-4891-9AAD-13F4BC6C95BE}" dt="2024-10-21T14:25:24.396" v="49" actId="1076"/>
        <pc:sldMkLst>
          <pc:docMk/>
          <pc:sldMk cId="3318722068" sldId="276"/>
        </pc:sldMkLst>
        <pc:spChg chg="mod">
          <ac:chgData name="Wai Yin Henry Wong" userId="7adfdf652c41fb6c" providerId="Windows Live" clId="Web-{5D752ED5-D4E5-4891-9AAD-13F4BC6C95BE}" dt="2024-10-21T14:25:24.396" v="49" actId="1076"/>
          <ac:spMkLst>
            <pc:docMk/>
            <pc:sldMk cId="3318722068" sldId="276"/>
            <ac:spMk id="15" creationId="{3590CF67-8456-FBCE-F175-76B9C495CCD6}"/>
          </ac:spMkLst>
        </pc:spChg>
        <pc:picChg chg="add">
          <ac:chgData name="Wai Yin Henry Wong" userId="7adfdf652c41fb6c" providerId="Windows Live" clId="Web-{5D752ED5-D4E5-4891-9AAD-13F4BC6C95BE}" dt="2024-10-21T14:25:15.677" v="47"/>
          <ac:picMkLst>
            <pc:docMk/>
            <pc:sldMk cId="3318722068" sldId="276"/>
            <ac:picMk id="5" creationId="{89436144-4CF3-FAFC-1655-73CF0415B7DA}"/>
          </ac:picMkLst>
        </pc:picChg>
      </pc:sldChg>
      <pc:sldChg chg="addSp modNotes">
        <pc:chgData name="Wai Yin Henry Wong" userId="7adfdf652c41fb6c" providerId="Windows Live" clId="Web-{5D752ED5-D4E5-4891-9AAD-13F4BC6C95BE}" dt="2024-10-21T14:25:48.803" v="61"/>
        <pc:sldMkLst>
          <pc:docMk/>
          <pc:sldMk cId="3100454174" sldId="277"/>
        </pc:sldMkLst>
        <pc:picChg chg="add">
          <ac:chgData name="Wai Yin Henry Wong" userId="7adfdf652c41fb6c" providerId="Windows Live" clId="Web-{5D752ED5-D4E5-4891-9AAD-13F4BC6C95BE}" dt="2024-10-21T14:25:48.803" v="61"/>
          <ac:picMkLst>
            <pc:docMk/>
            <pc:sldMk cId="3100454174" sldId="277"/>
            <ac:picMk id="4" creationId="{062D23DF-79AB-38B1-DADA-BDA5C36E387B}"/>
          </ac:picMkLst>
        </pc:picChg>
      </pc:sldChg>
      <pc:sldChg chg="addSp modNotes">
        <pc:chgData name="Wai Yin Henry Wong" userId="7adfdf652c41fb6c" providerId="Windows Live" clId="Web-{5D752ED5-D4E5-4891-9AAD-13F4BC6C95BE}" dt="2024-10-21T14:25:26.740" v="50"/>
        <pc:sldMkLst>
          <pc:docMk/>
          <pc:sldMk cId="1045131671" sldId="278"/>
        </pc:sldMkLst>
        <pc:picChg chg="add">
          <ac:chgData name="Wai Yin Henry Wong" userId="7adfdf652c41fb6c" providerId="Windows Live" clId="Web-{5D752ED5-D4E5-4891-9AAD-13F4BC6C95BE}" dt="2024-10-21T14:25:26.740" v="50"/>
          <ac:picMkLst>
            <pc:docMk/>
            <pc:sldMk cId="1045131671" sldId="278"/>
            <ac:picMk id="5" creationId="{F0EDAE48-ACDD-45AF-E02D-E3B9CC7283D6}"/>
          </ac:picMkLst>
        </pc:picChg>
      </pc:sldChg>
      <pc:sldChg chg="addSp modNotes">
        <pc:chgData name="Wai Yin Henry Wong" userId="7adfdf652c41fb6c" providerId="Windows Live" clId="Web-{5D752ED5-D4E5-4891-9AAD-13F4BC6C95BE}" dt="2024-10-21T14:25:28.162" v="51"/>
        <pc:sldMkLst>
          <pc:docMk/>
          <pc:sldMk cId="3477501601" sldId="279"/>
        </pc:sldMkLst>
        <pc:picChg chg="add">
          <ac:chgData name="Wai Yin Henry Wong" userId="7adfdf652c41fb6c" providerId="Windows Live" clId="Web-{5D752ED5-D4E5-4891-9AAD-13F4BC6C95BE}" dt="2024-10-21T14:25:28.162" v="51"/>
          <ac:picMkLst>
            <pc:docMk/>
            <pc:sldMk cId="3477501601" sldId="279"/>
            <ac:picMk id="6" creationId="{154480C7-B1FF-0048-E475-49EF85BDF2AC}"/>
          </ac:picMkLst>
        </pc:picChg>
      </pc:sldChg>
      <pc:sldChg chg="addSp modNotes">
        <pc:chgData name="Wai Yin Henry Wong" userId="7adfdf652c41fb6c" providerId="Windows Live" clId="Web-{5D752ED5-D4E5-4891-9AAD-13F4BC6C95BE}" dt="2024-10-21T14:25:47.678" v="60"/>
        <pc:sldMkLst>
          <pc:docMk/>
          <pc:sldMk cId="687613964" sldId="280"/>
        </pc:sldMkLst>
        <pc:picChg chg="add">
          <ac:chgData name="Wai Yin Henry Wong" userId="7adfdf652c41fb6c" providerId="Windows Live" clId="Web-{5D752ED5-D4E5-4891-9AAD-13F4BC6C95BE}" dt="2024-10-21T14:25:47.678" v="60"/>
          <ac:picMkLst>
            <pc:docMk/>
            <pc:sldMk cId="687613964" sldId="280"/>
            <ac:picMk id="6" creationId="{FDC00F16-078E-6A51-BA93-BA60A5187854}"/>
          </ac:picMkLst>
        </pc:picChg>
      </pc:sldChg>
      <pc:sldChg chg="addSp delSp modSp modNotes">
        <pc:chgData name="Wai Yin Henry Wong" userId="7adfdf652c41fb6c" providerId="Windows Live" clId="Web-{5D752ED5-D4E5-4891-9AAD-13F4BC6C95BE}" dt="2024-10-21T14:25:39.256" v="59"/>
        <pc:sldMkLst>
          <pc:docMk/>
          <pc:sldMk cId="2058202113" sldId="281"/>
        </pc:sldMkLst>
        <pc:spChg chg="mod">
          <ac:chgData name="Wai Yin Henry Wong" userId="7adfdf652c41fb6c" providerId="Windows Live" clId="Web-{5D752ED5-D4E5-4891-9AAD-13F4BC6C95BE}" dt="2024-10-21T14:25:38.912" v="58" actId="20577"/>
          <ac:spMkLst>
            <pc:docMk/>
            <pc:sldMk cId="2058202113" sldId="281"/>
            <ac:spMk id="2" creationId="{CCEE50D1-7104-383B-1ED2-59C9A8C9D682}"/>
          </ac:spMkLst>
        </pc:spChg>
        <pc:picChg chg="add del">
          <ac:chgData name="Wai Yin Henry Wong" userId="7adfdf652c41fb6c" providerId="Windows Live" clId="Web-{5D752ED5-D4E5-4891-9AAD-13F4BC6C95BE}" dt="2024-10-21T14:25:29.646" v="53"/>
          <ac:picMkLst>
            <pc:docMk/>
            <pc:sldMk cId="2058202113" sldId="281"/>
            <ac:picMk id="4" creationId="{C157DBA8-7139-31E0-5497-250B5B123EBF}"/>
          </ac:picMkLst>
        </pc:picChg>
        <pc:picChg chg="add">
          <ac:chgData name="Wai Yin Henry Wong" userId="7adfdf652c41fb6c" providerId="Windows Live" clId="Web-{5D752ED5-D4E5-4891-9AAD-13F4BC6C95BE}" dt="2024-10-21T14:25:39.256" v="59"/>
          <ac:picMkLst>
            <pc:docMk/>
            <pc:sldMk cId="2058202113" sldId="281"/>
            <ac:picMk id="6" creationId="{C34A0625-B967-5751-4218-7947F7D57D89}"/>
          </ac:picMkLst>
        </pc:picChg>
      </pc:sldChg>
      <pc:sldChg chg="addSp modNotes">
        <pc:chgData name="Wai Yin Henry Wong" userId="7adfdf652c41fb6c" providerId="Windows Live" clId="Web-{5D752ED5-D4E5-4891-9AAD-13F4BC6C95BE}" dt="2024-10-21T14:25:49.444" v="62"/>
        <pc:sldMkLst>
          <pc:docMk/>
          <pc:sldMk cId="3986681908" sldId="282"/>
        </pc:sldMkLst>
        <pc:picChg chg="add">
          <ac:chgData name="Wai Yin Henry Wong" userId="7adfdf652c41fb6c" providerId="Windows Live" clId="Web-{5D752ED5-D4E5-4891-9AAD-13F4BC6C95BE}" dt="2024-10-21T14:25:49.444" v="62"/>
          <ac:picMkLst>
            <pc:docMk/>
            <pc:sldMk cId="3986681908" sldId="282"/>
            <ac:picMk id="6" creationId="{666B0ED3-57A4-261A-7FD1-C341331F3688}"/>
          </ac:picMkLst>
        </pc:picChg>
      </pc:sldChg>
      <pc:sldChg chg="addSp modNotes">
        <pc:chgData name="Wai Yin Henry Wong" userId="7adfdf652c41fb6c" providerId="Windows Live" clId="Web-{5D752ED5-D4E5-4891-9AAD-13F4BC6C95BE}" dt="2024-10-21T14:25:51.538" v="63"/>
        <pc:sldMkLst>
          <pc:docMk/>
          <pc:sldMk cId="2736686328" sldId="283"/>
        </pc:sldMkLst>
        <pc:picChg chg="add">
          <ac:chgData name="Wai Yin Henry Wong" userId="7adfdf652c41fb6c" providerId="Windows Live" clId="Web-{5D752ED5-D4E5-4891-9AAD-13F4BC6C95BE}" dt="2024-10-21T14:25:51.538" v="63"/>
          <ac:picMkLst>
            <pc:docMk/>
            <pc:sldMk cId="2736686328" sldId="283"/>
            <ac:picMk id="5" creationId="{E0FB0418-903A-F34F-3A9F-756A8B239393}"/>
          </ac:picMkLst>
        </pc:picChg>
      </pc:sldChg>
      <pc:sldChg chg="addSp modNotes">
        <pc:chgData name="Wai Yin Henry Wong" userId="7adfdf652c41fb6c" providerId="Windows Live" clId="Web-{5D752ED5-D4E5-4891-9AAD-13F4BC6C95BE}" dt="2024-10-21T14:25:15.036" v="46"/>
        <pc:sldMkLst>
          <pc:docMk/>
          <pc:sldMk cId="449943410" sldId="288"/>
        </pc:sldMkLst>
        <pc:picChg chg="add">
          <ac:chgData name="Wai Yin Henry Wong" userId="7adfdf652c41fb6c" providerId="Windows Live" clId="Web-{5D752ED5-D4E5-4891-9AAD-13F4BC6C95BE}" dt="2024-10-21T14:25:15.036" v="46"/>
          <ac:picMkLst>
            <pc:docMk/>
            <pc:sldMk cId="449943410" sldId="288"/>
            <ac:picMk id="5" creationId="{C857AAE0-BD8B-8AF4-4A8F-18AEF94155FE}"/>
          </ac:picMkLst>
        </pc:picChg>
      </pc:sldChg>
      <pc:sldChg chg="addSp">
        <pc:chgData name="Wai Yin Henry Wong" userId="7adfdf652c41fb6c" providerId="Windows Live" clId="Web-{5D752ED5-D4E5-4891-9AAD-13F4BC6C95BE}" dt="2024-10-21T14:25:52.038" v="64"/>
        <pc:sldMkLst>
          <pc:docMk/>
          <pc:sldMk cId="3776635172" sldId="289"/>
        </pc:sldMkLst>
        <pc:picChg chg="add">
          <ac:chgData name="Wai Yin Henry Wong" userId="7adfdf652c41fb6c" providerId="Windows Live" clId="Web-{5D752ED5-D4E5-4891-9AAD-13F4BC6C95BE}" dt="2024-10-21T14:25:52.038" v="64"/>
          <ac:picMkLst>
            <pc:docMk/>
            <pc:sldMk cId="3776635172" sldId="289"/>
            <ac:picMk id="4" creationId="{911157B2-05CB-AFA8-19BB-CE83903D9E6C}"/>
          </ac:picMkLst>
        </pc:picChg>
      </pc:sldChg>
      <pc:sldChg chg="addSp modSp">
        <pc:chgData name="Wai Yin Henry Wong" userId="7adfdf652c41fb6c" providerId="Windows Live" clId="Web-{5D752ED5-D4E5-4891-9AAD-13F4BC6C95BE}" dt="2024-10-21T14:26:35.633" v="76" actId="20577"/>
        <pc:sldMkLst>
          <pc:docMk/>
          <pc:sldMk cId="694587915" sldId="290"/>
        </pc:sldMkLst>
        <pc:spChg chg="add mod">
          <ac:chgData name="Wai Yin Henry Wong" userId="7adfdf652c41fb6c" providerId="Windows Live" clId="Web-{5D752ED5-D4E5-4891-9AAD-13F4BC6C95BE}" dt="2024-10-21T14:26:32.305" v="74" actId="20577"/>
          <ac:spMkLst>
            <pc:docMk/>
            <pc:sldMk cId="694587915" sldId="290"/>
            <ac:spMk id="5" creationId="{BEC5FE5B-2CCD-C812-1E59-EDBBBA7D0D7A}"/>
          </ac:spMkLst>
        </pc:spChg>
        <pc:spChg chg="mod">
          <ac:chgData name="Wai Yin Henry Wong" userId="7adfdf652c41fb6c" providerId="Windows Live" clId="Web-{5D752ED5-D4E5-4891-9AAD-13F4BC6C95BE}" dt="2024-10-21T14:26:35.633" v="76" actId="20577"/>
          <ac:spMkLst>
            <pc:docMk/>
            <pc:sldMk cId="694587915" sldId="290"/>
            <ac:spMk id="7" creationId="{6078E737-C783-7776-AF40-99FAFD74C69A}"/>
          </ac:spMkLst>
        </pc:spChg>
        <pc:picChg chg="add mod">
          <ac:chgData name="Wai Yin Henry Wong" userId="7adfdf652c41fb6c" providerId="Windows Live" clId="Web-{5D752ED5-D4E5-4891-9AAD-13F4BC6C95BE}" dt="2024-10-21T14:24:08.972" v="27" actId="1076"/>
          <ac:picMkLst>
            <pc:docMk/>
            <pc:sldMk cId="694587915" sldId="290"/>
            <ac:picMk id="3" creationId="{1FF39CF4-6776-FC26-ECD9-486D02B0D550}"/>
          </ac:picMkLst>
        </pc:picChg>
      </pc:sldChg>
      <pc:sldChg chg="addSp delSp modSp new">
        <pc:chgData name="Wai Yin Henry Wong" userId="7adfdf652c41fb6c" providerId="Windows Live" clId="Web-{5D752ED5-D4E5-4891-9AAD-13F4BC6C95BE}" dt="2024-10-21T15:03:05.399" v="105"/>
        <pc:sldMkLst>
          <pc:docMk/>
          <pc:sldMk cId="685044479" sldId="291"/>
        </pc:sldMkLst>
        <pc:spChg chg="mod">
          <ac:chgData name="Wai Yin Henry Wong" userId="7adfdf652c41fb6c" providerId="Windows Live" clId="Web-{5D752ED5-D4E5-4891-9AAD-13F4BC6C95BE}" dt="2024-10-21T15:03:01.758" v="103" actId="20577"/>
          <ac:spMkLst>
            <pc:docMk/>
            <pc:sldMk cId="685044479" sldId="291"/>
            <ac:spMk id="2" creationId="{43D9696D-F12E-A4D3-E393-0B618928E9CE}"/>
          </ac:spMkLst>
        </pc:spChg>
        <pc:spChg chg="del">
          <ac:chgData name="Wai Yin Henry Wong" userId="7adfdf652c41fb6c" providerId="Windows Live" clId="Web-{5D752ED5-D4E5-4891-9AAD-13F4BC6C95BE}" dt="2024-10-21T14:57:52.687" v="78"/>
          <ac:spMkLst>
            <pc:docMk/>
            <pc:sldMk cId="685044479" sldId="291"/>
            <ac:spMk id="3" creationId="{F04F012F-A769-DD85-541A-D8A02F3B7A21}"/>
          </ac:spMkLst>
        </pc:spChg>
        <pc:spChg chg="add del mod">
          <ac:chgData name="Wai Yin Henry Wong" userId="7adfdf652c41fb6c" providerId="Windows Live" clId="Web-{5D752ED5-D4E5-4891-9AAD-13F4BC6C95BE}" dt="2024-10-21T14:57:56.437" v="80"/>
          <ac:spMkLst>
            <pc:docMk/>
            <pc:sldMk cId="685044479" sldId="291"/>
            <ac:spMk id="6" creationId="{059938B6-8D28-159B-3C2A-5859A280124B}"/>
          </ac:spMkLst>
        </pc:spChg>
        <pc:spChg chg="add del mod">
          <ac:chgData name="Wai Yin Henry Wong" userId="7adfdf652c41fb6c" providerId="Windows Live" clId="Web-{5D752ED5-D4E5-4891-9AAD-13F4BC6C95BE}" dt="2024-10-21T15:03:05.399" v="105"/>
          <ac:spMkLst>
            <pc:docMk/>
            <pc:sldMk cId="685044479" sldId="291"/>
            <ac:spMk id="9" creationId="{EC2988E0-9A03-528C-42F0-59859D7F41DD}"/>
          </ac:spMkLst>
        </pc:spChg>
        <pc:picChg chg="add del mod ord">
          <ac:chgData name="Wai Yin Henry Wong" userId="7adfdf652c41fb6c" providerId="Windows Live" clId="Web-{5D752ED5-D4E5-4891-9AAD-13F4BC6C95BE}" dt="2024-10-21T14:57:54.656" v="79"/>
          <ac:picMkLst>
            <pc:docMk/>
            <pc:sldMk cId="685044479" sldId="291"/>
            <ac:picMk id="4" creationId="{C4364D6D-FFEB-0788-A10E-309ED0DBE68F}"/>
          </ac:picMkLst>
        </pc:picChg>
        <pc:picChg chg="add del mod ord">
          <ac:chgData name="Wai Yin Henry Wong" userId="7adfdf652c41fb6c" providerId="Windows Live" clId="Web-{5D752ED5-D4E5-4891-9AAD-13F4BC6C95BE}" dt="2024-10-21T15:03:03.790" v="104"/>
          <ac:picMkLst>
            <pc:docMk/>
            <pc:sldMk cId="685044479" sldId="291"/>
            <ac:picMk id="7" creationId="{1439DAA8-1C8C-2C01-0749-81D63E1AC444}"/>
          </ac:picMkLst>
        </pc:picChg>
        <pc:picChg chg="add mod ord">
          <ac:chgData name="Wai Yin Henry Wong" userId="7adfdf652c41fb6c" providerId="Windows Live" clId="Web-{5D752ED5-D4E5-4891-9AAD-13F4BC6C95BE}" dt="2024-10-21T15:03:05.399" v="105"/>
          <ac:picMkLst>
            <pc:docMk/>
            <pc:sldMk cId="685044479" sldId="291"/>
            <ac:picMk id="10" creationId="{833E76BB-C3BE-A829-4E05-DE618AE13EAE}"/>
          </ac:picMkLst>
        </pc:picChg>
      </pc:sldChg>
    </pc:docChg>
  </pc:docChgLst>
  <pc:docChgLst>
    <pc:chgData name="Wai Yin Henry Wong" userId="7adfdf652c41fb6c" providerId="Windows Live" clId="Web-{9FF039D6-F08D-405E-91A1-63B14EC8A7DE}"/>
    <pc:docChg chg="sldOrd modSection">
      <pc:chgData name="Wai Yin Henry Wong" userId="7adfdf652c41fb6c" providerId="Windows Live" clId="Web-{9FF039D6-F08D-405E-91A1-63B14EC8A7DE}" dt="2024-10-21T17:59:41.366" v="1"/>
      <pc:docMkLst>
        <pc:docMk/>
      </pc:docMkLst>
      <pc:sldChg chg="ord">
        <pc:chgData name="Wai Yin Henry Wong" userId="7adfdf652c41fb6c" providerId="Windows Live" clId="Web-{9FF039D6-F08D-405E-91A1-63B14EC8A7DE}" dt="2024-10-21T17:59:33.226" v="0"/>
        <pc:sldMkLst>
          <pc:docMk/>
          <pc:sldMk cId="574816841" sldId="284"/>
        </pc:sldMkLst>
      </pc:sldChg>
    </pc:docChg>
  </pc:docChgLst>
  <pc:docChgLst>
    <pc:chgData name="Wai Yin Henry Wong" userId="7adfdf652c41fb6c" providerId="Windows Live" clId="Web-{47978D83-5CBE-4442-9581-675474D5FBB6}"/>
    <pc:docChg chg="modSld">
      <pc:chgData name="Wai Yin Henry Wong" userId="7adfdf652c41fb6c" providerId="Windows Live" clId="Web-{47978D83-5CBE-4442-9581-675474D5FBB6}" dt="2024-10-21T17:30:23.803" v="0"/>
      <pc:docMkLst>
        <pc:docMk/>
      </pc:docMkLst>
      <pc:sldChg chg="addSp">
        <pc:chgData name="Wai Yin Henry Wong" userId="7adfdf652c41fb6c" providerId="Windows Live" clId="Web-{47978D83-5CBE-4442-9581-675474D5FBB6}" dt="2024-10-21T17:30:23.803" v="0"/>
        <pc:sldMkLst>
          <pc:docMk/>
          <pc:sldMk cId="685044479" sldId="291"/>
        </pc:sldMkLst>
        <pc:picChg chg="add">
          <ac:chgData name="Wai Yin Henry Wong" userId="7adfdf652c41fb6c" providerId="Windows Live" clId="Web-{47978D83-5CBE-4442-9581-675474D5FBB6}" dt="2024-10-21T17:30:23.803" v="0"/>
          <ac:picMkLst>
            <pc:docMk/>
            <pc:sldMk cId="685044479" sldId="291"/>
            <ac:picMk id="4" creationId="{23A203A5-D71F-EFFC-74D8-05AE44EEF5C7}"/>
          </ac:picMkLst>
        </pc:picChg>
      </pc:sldChg>
    </pc:docChg>
  </pc:docChgLst>
  <pc:docChgLst>
    <pc:chgData name="Wai Yin Henry Wong" userId="7adfdf652c41fb6c" providerId="Windows Live" clId="Web-{C12B7196-7874-4109-9593-E8BC4488A412}"/>
    <pc:docChg chg="modSld">
      <pc:chgData name="Wai Yin Henry Wong" userId="7adfdf652c41fb6c" providerId="Windows Live" clId="Web-{C12B7196-7874-4109-9593-E8BC4488A412}" dt="2024-11-09T15:33:33.163" v="9" actId="14100"/>
      <pc:docMkLst>
        <pc:docMk/>
      </pc:docMkLst>
      <pc:sldChg chg="modSp">
        <pc:chgData name="Wai Yin Henry Wong" userId="7adfdf652c41fb6c" providerId="Windows Live" clId="Web-{C12B7196-7874-4109-9593-E8BC4488A412}" dt="2024-11-09T15:33:33.163" v="9" actId="14100"/>
        <pc:sldMkLst>
          <pc:docMk/>
          <pc:sldMk cId="1065084778" sldId="256"/>
        </pc:sldMkLst>
        <pc:spChg chg="mod">
          <ac:chgData name="Wai Yin Henry Wong" userId="7adfdf652c41fb6c" providerId="Windows Live" clId="Web-{C12B7196-7874-4109-9593-E8BC4488A412}" dt="2024-11-09T15:33:33.163" v="9" actId="14100"/>
          <ac:spMkLst>
            <pc:docMk/>
            <pc:sldMk cId="1065084778" sldId="256"/>
            <ac:spMk id="3" creationId="{9BECF89A-FCAE-C00B-9772-0D3C43F5978B}"/>
          </ac:spMkLst>
        </pc:spChg>
      </pc:sldChg>
    </pc:docChg>
  </pc:docChgLst>
  <pc:docChgLst>
    <pc:chgData name="Wai Yin Henry Wong" userId="7adfdf652c41fb6c" providerId="Windows Live" clId="Web-{94EE6C61-3482-46B6-A899-D7B47E27EA6C}"/>
    <pc:docChg chg="modSld addSection modSection">
      <pc:chgData name="Wai Yin Henry Wong" userId="7adfdf652c41fb6c" providerId="Windows Live" clId="Web-{94EE6C61-3482-46B6-A899-D7B47E27EA6C}" dt="2024-10-21T16:01:00.273" v="29"/>
      <pc:docMkLst>
        <pc:docMk/>
      </pc:docMkLst>
      <pc:sldChg chg="modSp">
        <pc:chgData name="Wai Yin Henry Wong" userId="7adfdf652c41fb6c" providerId="Windows Live" clId="Web-{94EE6C61-3482-46B6-A899-D7B47E27EA6C}" dt="2024-10-21T15:51:42.357" v="21" actId="20577"/>
        <pc:sldMkLst>
          <pc:docMk/>
          <pc:sldMk cId="2905636994" sldId="267"/>
        </pc:sldMkLst>
        <pc:spChg chg="mod">
          <ac:chgData name="Wai Yin Henry Wong" userId="7adfdf652c41fb6c" providerId="Windows Live" clId="Web-{94EE6C61-3482-46B6-A899-D7B47E27EA6C}" dt="2024-10-21T15:51:42.357" v="21" actId="20577"/>
          <ac:spMkLst>
            <pc:docMk/>
            <pc:sldMk cId="2905636994" sldId="267"/>
            <ac:spMk id="2" creationId="{B2FB7F5C-206B-EF4B-F9D1-4238E86719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3013F-9674-4EC9-BA9F-4D51675C47BF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6AA7F-FDEB-4DC5-99D9-C7C58735C3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00982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54687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16010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05108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09342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2201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4486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22150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95815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74062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17470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53217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7862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50217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40512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0712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57862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19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25935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58924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03502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81410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11030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39823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624807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080600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29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81548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B791-9DCB-7703-32C6-EF1739803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0616C-D3EE-5DA4-900A-B44459824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F6FAD-0583-9922-3292-767B8776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3A3FC-D1DE-B3CB-51FB-1815D224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C617-9503-885D-BD9A-E4882371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86415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DB96-B923-ABF4-8668-ED139D48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altLang="zh-HK" dirty="0"/>
              <a:t>Click to edit Master title style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37ABC-60B1-6040-C869-7E1544A5D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B31E2-A254-AA88-CBA5-8E76B2C5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4D76C-7F32-57EA-5322-E4197FC9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A2CB-B835-83F8-BC45-BA0A18C7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5561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28B3-6058-D177-26FA-911625B8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8F93-95A1-BBAE-4D77-DECB7FEE5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14A4-00EC-4107-DC83-0295B518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389F5-7C16-CD22-F7EE-53B082F3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78D1B-7344-B4AE-6449-BF9DF471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38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936F-2BCD-E392-7F24-00641D07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38D89-5078-C79E-1919-2AD3BE28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46DFB-FDA2-AAA8-07A3-F13C9786E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896B1-2C4C-F772-F85B-C1DBBD4F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B7A9E-ECED-E685-5796-33330D9E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04EF2-04CA-A8E6-DCD8-BB536751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8633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3DA3-9CCE-F9FD-3180-31CE3971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B8256-03A0-2514-A08D-25931F3F6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1C52B-BEED-C0BA-FFA6-29203C5F2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F7EAC-F326-BE14-1EFC-99B43D880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2D562-F5A9-4B6A-C5CB-A04651163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FC531-6AB4-0796-B8DC-689A0B27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672EF-EE70-C5E2-474D-DBFF1DD3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5E3D0-5CEE-8435-353A-83895F86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5115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600B-E868-484F-DA25-9F73C3A2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ABEF8-E3CB-534C-51EE-CADB1395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43455-B29E-CCC6-5AAD-FF208F48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14EF3-F97A-6447-84F1-1DE712C1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6962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EDFFA-2E13-74A3-1F2B-C60C33DE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6B89A-216F-78F8-E32D-EDDDDC9E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2D817-5B99-0DEC-3110-91EF4A02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1812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1B51-E477-6772-92F2-B2CC23C5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5C3CB-7BBA-8C57-6D1C-C3CEE6092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57543-E58B-97BD-8C5B-11DE5B3B5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0EA1A-D344-9B29-AF8F-C785CABE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E1406-DCBA-C3B2-2388-A21E7200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30463-3C3E-0D1E-4AD9-D3E4459C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832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7809-959B-2B2F-69B2-92C0AF95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1CBE8-EAA7-B6D8-8951-B05420F76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F43E2-266D-D472-15E9-1FDA40A3C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093D4-D344-BA3F-0CE0-FD6EB89AB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D253E-3D2C-CEED-576D-AC9DD877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87438-12F0-A6D4-D77A-36F9DF81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1783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E36CB-390C-AACB-2E51-9D660FFA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AB82D-81FB-C0FB-0FC9-56EE52B06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A6422-BBC7-28FA-EC2B-DC80AC93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215F1-5D69-9697-A870-FB5F6214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F0D63-C067-8807-0AF7-F0217120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8651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3CD81-14F6-9CAD-CA0E-E598695A6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2722-4A1F-BDA6-FE22-93BB357E7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CF310-74AC-1603-E39E-33DCBD1D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D93F-7548-5747-CEE4-ECF4C9EF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701C5-07EA-D002-F5CD-F9158779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7415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37E9F-9E21-DB51-FD27-7E6AB0CA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77563-47A3-62A4-444A-A2BD94552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A5335-30EE-6948-4533-12DFF1FC3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04017-C3D9-4B02-9197-F3AC5A47EBFB}" type="datetimeFigureOut">
              <a:rPr lang="zh-HK" altLang="en-US" smtClean="0"/>
              <a:t>9/11/2024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99362-DC48-AB62-7F89-F5F24C982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CC62-46D9-7074-AB10-EC50D2435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6063C-2EFA-4DB7-AE67-58BBEA39BE2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9634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alexewerlof.medium.com/on-reinventing-the-wheel-201148f7464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www.amazon.com/Give-Gift-Frustration-Practical-Christmas/dp/B0779KYSLQ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www.reddit.com/r/ProgrammerHumor/comments/13n94u5/never_agai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peps.python.org/pep-0735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peps.python.org/pep-0735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peps.python.org/pep-0735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BE7AA-B98A-B8B7-1D3C-0BBB763026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HK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Dependency Management with Poetry - Simple and Effortless, Yet Better</a:t>
            </a:r>
            <a:endParaRPr lang="zh-HK" altLang="en-US" sz="36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CF89A-FCAE-C00B-9772-0D3C43F59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3531"/>
            <a:ext cx="9144000" cy="12242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 dirty="0">
                <a:latin typeface="Roboto"/>
                <a:ea typeface="Roboto"/>
                <a:cs typeface="Roboto"/>
              </a:rPr>
              <a:t>Open Source Hong Kong x Python User Group Meetup, Oct 2024</a:t>
            </a:r>
            <a:endParaRPr lang="zh-HK" altLang="en-US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6508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1B09-3066-A5D9-C5F5-69B401F7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 am I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Content Placeholder 4" descr="A person standing under a tree with a backpack&#10;&#10;Description automatically generated">
            <a:extLst>
              <a:ext uri="{FF2B5EF4-FFF2-40B4-BE49-F238E27FC236}">
                <a16:creationId xmlns:a16="http://schemas.microsoft.com/office/drawing/2014/main" id="{A418FDC6-D681-0790-2175-BCD8A10E7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402" y="2069621"/>
            <a:ext cx="2718758" cy="2718758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2D0DC7C-FE13-13DF-8AEE-970C94AF962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HK" sz="2400" dirty="0">
                <a:latin typeface="Roboto" panose="02000000000000000000" pitchFamily="2" charset="0"/>
                <a:cs typeface="Roboto" panose="02000000000000000000" pitchFamily="2" charset="0"/>
              </a:rPr>
              <a:t>Data Scientist</a:t>
            </a:r>
          </a:p>
          <a:p>
            <a:pPr>
              <a:lnSpc>
                <a:spcPct val="150000"/>
              </a:lnSpc>
            </a:pPr>
            <a:r>
              <a:rPr lang="en-US" altLang="zh-HK" sz="2400" dirty="0">
                <a:latin typeface="Roboto" panose="02000000000000000000" pitchFamily="2" charset="0"/>
                <a:cs typeface="Roboto" panose="02000000000000000000" pitchFamily="2" charset="0"/>
              </a:rPr>
              <a:t>4 years of experience in Python</a:t>
            </a:r>
            <a:endParaRPr lang="zh-HK" altLang="en-US" sz="24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619A81-C9B6-80EA-0DE0-D87C463F9D9B}"/>
              </a:ext>
            </a:extLst>
          </p:cNvPr>
          <p:cNvGrpSpPr/>
          <p:nvPr/>
        </p:nvGrpSpPr>
        <p:grpSpPr>
          <a:xfrm>
            <a:off x="4599443" y="5058056"/>
            <a:ext cx="2581901" cy="1118907"/>
            <a:chOff x="4103570" y="5058056"/>
            <a:chExt cx="2581901" cy="111890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C9D8F57-CC88-6AAA-5029-E2AC417649BF}"/>
                </a:ext>
              </a:extLst>
            </p:cNvPr>
            <p:cNvSpPr/>
            <p:nvPr/>
          </p:nvSpPr>
          <p:spPr>
            <a:xfrm>
              <a:off x="4103570" y="5058056"/>
              <a:ext cx="2581901" cy="1118907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HK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              Astrophysics</a:t>
              </a:r>
              <a:endParaRPr lang="zh-HK" altLang="en-US" b="1" dirty="0">
                <a:latin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585A1C4F-0D1F-45DB-2DD7-B9511231D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93609" y="5271190"/>
              <a:ext cx="704875" cy="70487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B5626C-336F-724E-CD68-F761AB1B1BDF}"/>
              </a:ext>
            </a:extLst>
          </p:cNvPr>
          <p:cNvGrpSpPr/>
          <p:nvPr/>
        </p:nvGrpSpPr>
        <p:grpSpPr>
          <a:xfrm>
            <a:off x="1590844" y="3683427"/>
            <a:ext cx="2581902" cy="1118907"/>
            <a:chOff x="4103570" y="4590727"/>
            <a:chExt cx="2581902" cy="1118907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A4DC06C-EA9E-CB17-2A3A-E8883835906D}"/>
                </a:ext>
              </a:extLst>
            </p:cNvPr>
            <p:cNvSpPr/>
            <p:nvPr/>
          </p:nvSpPr>
          <p:spPr>
            <a:xfrm>
              <a:off x="4103570" y="4590727"/>
              <a:ext cx="2581902" cy="1118907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HK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               Data Science</a:t>
              </a:r>
              <a:endParaRPr lang="zh-HK" altLang="en-US" b="1" dirty="0">
                <a:latin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AC0CA3CD-B88D-13EA-4F24-452BFD0FB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95954" y="4820510"/>
              <a:ext cx="659340" cy="65934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EBFBD42-A4A9-F2CE-E159-A77D91742501}"/>
              </a:ext>
            </a:extLst>
          </p:cNvPr>
          <p:cNvGrpSpPr/>
          <p:nvPr/>
        </p:nvGrpSpPr>
        <p:grpSpPr>
          <a:xfrm>
            <a:off x="4599443" y="3683427"/>
            <a:ext cx="2581902" cy="1118907"/>
            <a:chOff x="4103570" y="3303430"/>
            <a:chExt cx="2581902" cy="1118907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D50DD3D-4E6A-D245-B999-AA849E385AE9}"/>
                </a:ext>
              </a:extLst>
            </p:cNvPr>
            <p:cNvSpPr/>
            <p:nvPr/>
          </p:nvSpPr>
          <p:spPr>
            <a:xfrm>
              <a:off x="4103570" y="3303430"/>
              <a:ext cx="2581902" cy="1118907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HK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                   Software</a:t>
              </a:r>
            </a:p>
            <a:p>
              <a:r>
                <a:rPr lang="en-US" altLang="zh-HK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               Development</a:t>
              </a:r>
              <a:endParaRPr lang="zh-HK" altLang="en-US" b="1" dirty="0">
                <a:latin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7708B06A-D1FF-26AF-EF32-34D0275DF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74388" y="3522430"/>
              <a:ext cx="680906" cy="680906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C32FF94-5F4C-2BE8-50E2-C407910EAB82}"/>
              </a:ext>
            </a:extLst>
          </p:cNvPr>
          <p:cNvGrpSpPr/>
          <p:nvPr/>
        </p:nvGrpSpPr>
        <p:grpSpPr>
          <a:xfrm>
            <a:off x="1590845" y="5058056"/>
            <a:ext cx="2581901" cy="1118907"/>
            <a:chOff x="951199" y="5058056"/>
            <a:chExt cx="2581901" cy="111890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C1F219D-AB94-62D0-E878-D5DA91916BB3}"/>
                </a:ext>
              </a:extLst>
            </p:cNvPr>
            <p:cNvSpPr/>
            <p:nvPr/>
          </p:nvSpPr>
          <p:spPr>
            <a:xfrm>
              <a:off x="951199" y="5058056"/>
              <a:ext cx="2581901" cy="1118907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HK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                    MLOps</a:t>
              </a:r>
              <a:endParaRPr lang="zh-HK" altLang="en-US" b="1" dirty="0">
                <a:latin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0CE0BBAA-D42D-00F3-3446-7985EE697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43582" y="5287839"/>
              <a:ext cx="659340" cy="65934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4BD15A-409B-26E0-BDAF-9B3829F8456A}"/>
              </a:ext>
            </a:extLst>
          </p:cNvPr>
          <p:cNvSpPr txBox="1"/>
          <p:nvPr/>
        </p:nvSpPr>
        <p:spPr>
          <a:xfrm>
            <a:off x="8639153" y="4802334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Just a random small potato :D</a:t>
            </a:r>
            <a:endParaRPr lang="zh-HK" altLang="en-US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92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D52A-4B3F-BF79-9A28-37A13CD9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QR Codes</a:t>
            </a:r>
            <a:endParaRPr lang="zh-HK" altLang="en-US" dirty="0"/>
          </a:p>
        </p:txBody>
      </p:sp>
      <p:pic>
        <p:nvPicPr>
          <p:cNvPr id="4" name="Content Placeholder 3" descr="A qr code with a logo&#10;&#10;Description automatically generated">
            <a:extLst>
              <a:ext uri="{FF2B5EF4-FFF2-40B4-BE49-F238E27FC236}">
                <a16:creationId xmlns:a16="http://schemas.microsoft.com/office/drawing/2014/main" id="{2A76216D-1C91-E65E-C885-A8B00AAE9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955" y="2543098"/>
            <a:ext cx="2703845" cy="2703845"/>
          </a:xfrm>
          <a:prstGeom prst="rect">
            <a:avLst/>
          </a:prstGeom>
        </p:spPr>
      </p:pic>
      <p:pic>
        <p:nvPicPr>
          <p:cNvPr id="6" name="Picture 5" descr="A qr code with a cat&#10;&#10;Description automatically generated">
            <a:extLst>
              <a:ext uri="{FF2B5EF4-FFF2-40B4-BE49-F238E27FC236}">
                <a16:creationId xmlns:a16="http://schemas.microsoft.com/office/drawing/2014/main" id="{A39FE504-A967-94CC-A7DC-9B3890E4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077" y="2543099"/>
            <a:ext cx="2703845" cy="27038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78E737-C783-7776-AF40-99FAFD74C69A}"/>
              </a:ext>
            </a:extLst>
          </p:cNvPr>
          <p:cNvSpPr txBox="1"/>
          <p:nvPr/>
        </p:nvSpPr>
        <p:spPr>
          <a:xfrm>
            <a:off x="4994575" y="2081433"/>
            <a:ext cx="2286203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HK" sz="2400" dirty="0"/>
              <a:t>Code for Today</a:t>
            </a:r>
            <a:endParaRPr lang="zh-HK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CD4EB-09FC-D962-FDDE-22D63B6E8D42}"/>
              </a:ext>
            </a:extLst>
          </p:cNvPr>
          <p:cNvSpPr txBox="1"/>
          <p:nvPr/>
        </p:nvSpPr>
        <p:spPr>
          <a:xfrm>
            <a:off x="8416346" y="2081433"/>
            <a:ext cx="3171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dirty="0" err="1"/>
              <a:t>PyConHK</a:t>
            </a:r>
            <a:r>
              <a:rPr lang="en-US" altLang="zh-HK" sz="2400" dirty="0"/>
              <a:t> 2024 Ticket</a:t>
            </a:r>
            <a:endParaRPr lang="zh-HK" altLang="en-US" sz="2400" dirty="0"/>
          </a:p>
        </p:txBody>
      </p:sp>
      <p:pic>
        <p:nvPicPr>
          <p:cNvPr id="3" name="Picture 2" descr="A qr code with a logo&#10;&#10;Description automatically generated">
            <a:extLst>
              <a:ext uri="{FF2B5EF4-FFF2-40B4-BE49-F238E27FC236}">
                <a16:creationId xmlns:a16="http://schemas.microsoft.com/office/drawing/2014/main" id="{1FF39CF4-6776-FC26-ECD9-486D02B0D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06" y="2545915"/>
            <a:ext cx="2716061" cy="27056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C5FE5B-2CCD-C812-1E59-EDBBBA7D0D7A}"/>
              </a:ext>
            </a:extLst>
          </p:cNvPr>
          <p:cNvSpPr txBox="1"/>
          <p:nvPr/>
        </p:nvSpPr>
        <p:spPr>
          <a:xfrm>
            <a:off x="1268082" y="2081432"/>
            <a:ext cx="2401619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HK" sz="2400" dirty="0"/>
              <a:t>Slides for Today</a:t>
            </a:r>
            <a:endParaRPr lang="zh-HK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9458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47C3-D60A-A4CE-72B0-A76C4B1F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Why Dependency</a:t>
            </a:r>
            <a:endParaRPr lang="zh-HK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07E03-552D-FF57-4F15-B81089E25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zh-HK" sz="2400" dirty="0"/>
              <a:t>More efficient development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Scalability and maintainability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Leverage developer community</a:t>
            </a:r>
          </a:p>
        </p:txBody>
      </p:sp>
      <p:pic>
        <p:nvPicPr>
          <p:cNvPr id="2052" name="Picture 4" descr="On reinventing the wheel. The image of the man who is suggesting… | by Alex  Ewerlöf (moved to substack) | Medium">
            <a:extLst>
              <a:ext uri="{FF2B5EF4-FFF2-40B4-BE49-F238E27FC236}">
                <a16:creationId xmlns:a16="http://schemas.microsoft.com/office/drawing/2014/main" id="{FE2F6413-8422-7221-6986-2165B794C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205" y="2064324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1F13E8-E796-ABD7-A4DC-BB301764382C}"/>
              </a:ext>
            </a:extLst>
          </p:cNvPr>
          <p:cNvSpPr txBox="1"/>
          <p:nvPr/>
        </p:nvSpPr>
        <p:spPr>
          <a:xfrm>
            <a:off x="10212558" y="534177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From </a:t>
            </a:r>
            <a:r>
              <a:rPr lang="en-US" altLang="zh-HK" dirty="0">
                <a:hlinkClick r:id="rId4"/>
              </a:rPr>
              <a:t>Medium</a:t>
            </a:r>
            <a:endParaRPr lang="zh-HK" altLang="en-US" dirty="0"/>
          </a:p>
        </p:txBody>
      </p:sp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43903B28-21F6-6F49-0C75-A98C0D35E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3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6888-298F-700A-92B7-11F97966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Why Dependency Management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EAE16D-2CB9-E5E1-9C13-DBD1BF81E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2053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zh-HK" sz="2400" dirty="0"/>
              <a:t>Maintain consistent development environment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Handle nested dependencies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Facilitate reproducibility across machines</a:t>
            </a:r>
            <a:endParaRPr lang="zh-HK" alt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A47CE-FDFA-8A0A-A765-838F9B6DDD8C}"/>
              </a:ext>
            </a:extLst>
          </p:cNvPr>
          <p:cNvGrpSpPr/>
          <p:nvPr/>
        </p:nvGrpSpPr>
        <p:grpSpPr>
          <a:xfrm>
            <a:off x="7658738" y="1681781"/>
            <a:ext cx="4471249" cy="4495182"/>
            <a:chOff x="7107606" y="1825625"/>
            <a:chExt cx="4471249" cy="4495182"/>
          </a:xfrm>
        </p:grpSpPr>
        <p:pic>
          <p:nvPicPr>
            <p:cNvPr id="13" name="Picture 2" descr="Amazon.com: Give the Gift of Frustration: Boxes in a Box Prank. Includes 3  Sets of 6 Nesting Cartons (2-12 Inch). Funny Practical or Novelty Joke.  Great Christmas Gag, Birthday Present or Stocking">
              <a:extLst>
                <a:ext uri="{FF2B5EF4-FFF2-40B4-BE49-F238E27FC236}">
                  <a16:creationId xmlns:a16="http://schemas.microsoft.com/office/drawing/2014/main" id="{50A55C6B-D794-2E3E-A4A5-08BCFB6870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7606" y="1825625"/>
              <a:ext cx="4471249" cy="4495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64DA2E-A3AA-BB1E-F0E5-B900FD3A43E2}"/>
                </a:ext>
              </a:extLst>
            </p:cNvPr>
            <p:cNvSpPr txBox="1"/>
            <p:nvPr/>
          </p:nvSpPr>
          <p:spPr>
            <a:xfrm>
              <a:off x="7775944" y="2188563"/>
              <a:ext cx="127791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Package A</a:t>
              </a:r>
              <a:endParaRPr lang="zh-HK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69FEBA-1FF7-5528-AFCD-51A995CEF96A}"/>
                </a:ext>
              </a:extLst>
            </p:cNvPr>
            <p:cNvSpPr txBox="1"/>
            <p:nvPr/>
          </p:nvSpPr>
          <p:spPr>
            <a:xfrm>
              <a:off x="7775944" y="2840693"/>
              <a:ext cx="327365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Package B used by Package A</a:t>
              </a:r>
              <a:endParaRPr lang="zh-HK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96D0A3-35A9-48A0-3076-E315B1FEF3C2}"/>
                </a:ext>
              </a:extLst>
            </p:cNvPr>
            <p:cNvSpPr txBox="1"/>
            <p:nvPr/>
          </p:nvSpPr>
          <p:spPr>
            <a:xfrm>
              <a:off x="7775944" y="3429000"/>
              <a:ext cx="327365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Package C used by Package B</a:t>
              </a:r>
              <a:endParaRPr lang="zh-HK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22B6E9-1747-D5FC-64EC-CF8658763634}"/>
                </a:ext>
              </a:extLst>
            </p:cNvPr>
            <p:cNvSpPr txBox="1"/>
            <p:nvPr/>
          </p:nvSpPr>
          <p:spPr>
            <a:xfrm>
              <a:off x="7775944" y="3933269"/>
              <a:ext cx="32816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Package D used by Package C</a:t>
              </a:r>
              <a:endParaRPr lang="zh-HK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0EB831-77FB-934E-1D1C-4720EB1F90FD}"/>
                </a:ext>
              </a:extLst>
            </p:cNvPr>
            <p:cNvSpPr txBox="1"/>
            <p:nvPr/>
          </p:nvSpPr>
          <p:spPr>
            <a:xfrm>
              <a:off x="7775944" y="4657648"/>
              <a:ext cx="32624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Package E used by Package D</a:t>
              </a:r>
              <a:endParaRPr lang="zh-HK" altLang="en-US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04EA8B5-9870-B163-CC14-AC5161736059}"/>
              </a:ext>
            </a:extLst>
          </p:cNvPr>
          <p:cNvSpPr txBox="1"/>
          <p:nvPr/>
        </p:nvSpPr>
        <p:spPr>
          <a:xfrm>
            <a:off x="10398642" y="612354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From </a:t>
            </a:r>
            <a:r>
              <a:rPr lang="en-US" altLang="zh-HK" dirty="0">
                <a:hlinkClick r:id="rId4"/>
              </a:rPr>
              <a:t>Amazon</a:t>
            </a:r>
            <a:endParaRPr lang="zh-HK" altLang="en-US" dirty="0"/>
          </a:p>
        </p:txBody>
      </p:sp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85536387-05A7-AB33-4DC7-E32C6DB47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95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6888-298F-700A-92B7-11F97966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Why Good Dependency Management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EAE16D-2CB9-E5E1-9C13-DBD1BF81E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3205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zh-HK" sz="2400" dirty="0"/>
              <a:t>Avoid breakage during upgrades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Enhance project stability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Reduce debugging time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Simplify collaboration</a:t>
            </a:r>
            <a:endParaRPr lang="zh-HK" altLang="en-US" sz="2400" dirty="0"/>
          </a:p>
        </p:txBody>
      </p:sp>
      <p:pic>
        <p:nvPicPr>
          <p:cNvPr id="9" name="Picture 2" descr="Never again : r/ProgrammerHumor">
            <a:extLst>
              <a:ext uri="{FF2B5EF4-FFF2-40B4-BE49-F238E27FC236}">
                <a16:creationId xmlns:a16="http://schemas.microsoft.com/office/drawing/2014/main" id="{BF15FD4B-1FDE-8EA5-7E2A-F35C02E4F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5" r="2" b="3331"/>
          <a:stretch/>
        </p:blipFill>
        <p:spPr bwMode="auto">
          <a:xfrm>
            <a:off x="6519307" y="1676954"/>
            <a:ext cx="3654057" cy="4705350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1F3740-64B4-3463-9060-39D906587D52}"/>
              </a:ext>
            </a:extLst>
          </p:cNvPr>
          <p:cNvSpPr txBox="1"/>
          <p:nvPr/>
        </p:nvSpPr>
        <p:spPr>
          <a:xfrm>
            <a:off x="8815781" y="6376988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From </a:t>
            </a:r>
            <a:r>
              <a:rPr lang="en-US" altLang="zh-HK" dirty="0">
                <a:hlinkClick r:id="rId4"/>
              </a:rPr>
              <a:t>Reddit</a:t>
            </a:r>
            <a:endParaRPr lang="zh-HK" altLang="en-US" dirty="0"/>
          </a:p>
        </p:txBody>
      </p:sp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E852E24A-F010-FD0E-8961-B04F03107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6888-298F-700A-92B7-11F97966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 Enhancement Proposals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EE4A0-1A3E-BDCC-01F0-3FD6DED33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773" y="2708156"/>
            <a:ext cx="6108129" cy="2478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B2CD75-6500-EF7D-D8F0-5DB87B9110C3}"/>
              </a:ext>
            </a:extLst>
          </p:cNvPr>
          <p:cNvSpPr txBox="1"/>
          <p:nvPr/>
        </p:nvSpPr>
        <p:spPr>
          <a:xfrm>
            <a:off x="10562691" y="4817485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From </a:t>
            </a:r>
            <a:r>
              <a:rPr lang="en-US" altLang="zh-HK" dirty="0">
                <a:hlinkClick r:id="rId4"/>
              </a:rPr>
              <a:t>PEP</a:t>
            </a:r>
            <a:endParaRPr lang="zh-HK" alt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F2C340C5-7C31-3C6D-06CA-805C60C81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3205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zh-HK" sz="2400" dirty="0"/>
              <a:t>Design document</a:t>
            </a:r>
          </a:p>
          <a:p>
            <a:pPr>
              <a:lnSpc>
                <a:spcPct val="200000"/>
              </a:lnSpc>
            </a:pPr>
            <a:r>
              <a:rPr lang="en-US" altLang="zh-HK" sz="2400" dirty="0"/>
              <a:t>Proposal of changes or features</a:t>
            </a:r>
          </a:p>
        </p:txBody>
      </p:sp>
      <p:pic>
        <p:nvPicPr>
          <p:cNvPr id="8" name="Picture 7" descr="A qr code with a logo&#10;&#10;Description automatically generated">
            <a:extLst>
              <a:ext uri="{FF2B5EF4-FFF2-40B4-BE49-F238E27FC236}">
                <a16:creationId xmlns:a16="http://schemas.microsoft.com/office/drawing/2014/main" id="{84BEEF26-26E5-FDF8-9584-E1614FCE6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7F5C-206B-EF4B-F9D1-4238E867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/>
                <a:ea typeface="Roboto"/>
                <a:cs typeface="Roboto"/>
              </a:rPr>
              <a:t>Dependency Management? How Proper?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78AD2-C70D-3B7A-48F3-AC239B640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152" y="1834251"/>
            <a:ext cx="7708796" cy="46586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2F769A-8355-E5CF-0E34-98987651F9A9}"/>
              </a:ext>
            </a:extLst>
          </p:cNvPr>
          <p:cNvSpPr/>
          <p:nvPr/>
        </p:nvSpPr>
        <p:spPr>
          <a:xfrm>
            <a:off x="2915126" y="2843136"/>
            <a:ext cx="4665888" cy="232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A2AC5-B4F1-A93F-691A-BFA32B1A41AA}"/>
              </a:ext>
            </a:extLst>
          </p:cNvPr>
          <p:cNvSpPr txBox="1"/>
          <p:nvPr/>
        </p:nvSpPr>
        <p:spPr>
          <a:xfrm>
            <a:off x="8938519" y="5989926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From </a:t>
            </a:r>
            <a:r>
              <a:rPr lang="en-US" altLang="zh-HK" dirty="0">
                <a:hlinkClick r:id="rId4"/>
              </a:rPr>
              <a:t>PEP</a:t>
            </a:r>
            <a:endParaRPr lang="zh-HK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7128A-C76A-D117-B704-B385697CE193}"/>
              </a:ext>
            </a:extLst>
          </p:cNvPr>
          <p:cNvSpPr/>
          <p:nvPr/>
        </p:nvSpPr>
        <p:spPr>
          <a:xfrm>
            <a:off x="5580322" y="2449809"/>
            <a:ext cx="3475155" cy="232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73B61-5313-7339-1CBE-B5DD5E468000}"/>
              </a:ext>
            </a:extLst>
          </p:cNvPr>
          <p:cNvSpPr/>
          <p:nvPr/>
        </p:nvSpPr>
        <p:spPr>
          <a:xfrm>
            <a:off x="2456121" y="4742600"/>
            <a:ext cx="3870251" cy="232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0" name="Picture 9" descr="A qr code with a logo&#10;&#10;Description automatically generated">
            <a:extLst>
              <a:ext uri="{FF2B5EF4-FFF2-40B4-BE49-F238E27FC236}">
                <a16:creationId xmlns:a16="http://schemas.microsoft.com/office/drawing/2014/main" id="{C707A56E-5AAC-E21F-DEA9-F2D5FF765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3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805F-4A1E-1D5E-02B3-6FF45FE5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Limitations of requirements.txt</a:t>
            </a:r>
            <a:endParaRPr lang="zh-HK" alt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28321-EC62-882B-2733-90D5D2B9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31320"/>
            <a:ext cx="6585937" cy="42384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430EA1-FE63-70EF-5E4A-491224C0F4EC}"/>
              </a:ext>
            </a:extLst>
          </p:cNvPr>
          <p:cNvSpPr txBox="1"/>
          <p:nvPr/>
        </p:nvSpPr>
        <p:spPr>
          <a:xfrm>
            <a:off x="7834906" y="3450392"/>
            <a:ext cx="4357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TLDR: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clear standard for dependency management</a:t>
            </a:r>
            <a:endParaRPr lang="zh-HK" altLang="en-US" sz="24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C58EB6-2680-6523-B28D-C4984DAFFDE3}"/>
              </a:ext>
            </a:extLst>
          </p:cNvPr>
          <p:cNvSpPr/>
          <p:nvPr/>
        </p:nvSpPr>
        <p:spPr>
          <a:xfrm>
            <a:off x="1727377" y="3196088"/>
            <a:ext cx="2125532" cy="168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6F1D3-DAC0-475D-4531-2690F088DEFE}"/>
              </a:ext>
            </a:extLst>
          </p:cNvPr>
          <p:cNvSpPr/>
          <p:nvPr/>
        </p:nvSpPr>
        <p:spPr>
          <a:xfrm>
            <a:off x="912110" y="2496623"/>
            <a:ext cx="3295905" cy="168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2EBC35-6679-3A78-5CA8-EC87AE64DB56}"/>
              </a:ext>
            </a:extLst>
          </p:cNvPr>
          <p:cNvSpPr/>
          <p:nvPr/>
        </p:nvSpPr>
        <p:spPr>
          <a:xfrm>
            <a:off x="1249463" y="3409088"/>
            <a:ext cx="2479158" cy="196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029FE1-CF09-2964-E286-0A2C3BAA3F89}"/>
              </a:ext>
            </a:extLst>
          </p:cNvPr>
          <p:cNvSpPr/>
          <p:nvPr/>
        </p:nvSpPr>
        <p:spPr>
          <a:xfrm>
            <a:off x="1819922" y="3731442"/>
            <a:ext cx="1908699" cy="196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57171-9F52-E0E0-5947-FA896DE16510}"/>
              </a:ext>
            </a:extLst>
          </p:cNvPr>
          <p:cNvSpPr txBox="1"/>
          <p:nvPr/>
        </p:nvSpPr>
        <p:spPr>
          <a:xfrm>
            <a:off x="6218358" y="6123543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From </a:t>
            </a:r>
            <a:r>
              <a:rPr lang="en-US" altLang="zh-HK" dirty="0">
                <a:hlinkClick r:id="rId4"/>
              </a:rPr>
              <a:t>PEP</a:t>
            </a:r>
            <a:endParaRPr lang="zh-HK" altLang="en-US" dirty="0"/>
          </a:p>
        </p:txBody>
      </p:sp>
      <p:pic>
        <p:nvPicPr>
          <p:cNvPr id="12" name="Picture 11" descr="A qr code with a logo&#10;&#10;Description automatically generated">
            <a:extLst>
              <a:ext uri="{FF2B5EF4-FFF2-40B4-BE49-F238E27FC236}">
                <a16:creationId xmlns:a16="http://schemas.microsoft.com/office/drawing/2014/main" id="{1F5EF4B8-DF56-ECCF-1C77-4CFB1407D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18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52F0-6E46-DCA1-1B64-15139A7B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 Dependency Management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1982-2088-8E06-D48A-912DA3E86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pip and requirements.txt</a:t>
            </a:r>
            <a:endParaRPr lang="zh-HK" altLang="en-US" sz="24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B0708E-69F5-CFA9-DA5C-78A1C67F2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535524"/>
              </p:ext>
            </p:extLst>
          </p:nvPr>
        </p:nvGraphicFramePr>
        <p:xfrm>
          <a:off x="1058234" y="2963135"/>
          <a:ext cx="10075532" cy="2398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621">
                  <a:extLst>
                    <a:ext uri="{9D8B030D-6E8A-4147-A177-3AD203B41FA5}">
                      <a16:colId xmlns:a16="http://schemas.microsoft.com/office/drawing/2014/main" val="3896454496"/>
                    </a:ext>
                  </a:extLst>
                </a:gridCol>
                <a:gridCol w="5326911">
                  <a:extLst>
                    <a:ext uri="{9D8B030D-6E8A-4147-A177-3AD203B41FA5}">
                      <a16:colId xmlns:a16="http://schemas.microsoft.com/office/drawing/2014/main" val="2288076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Challenge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Consequence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4633"/>
                  </a:ext>
                </a:extLst>
              </a:tr>
              <a:tr h="376787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 built-in version locking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Inconsistent environment across machines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68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 native dev dependencies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Inseparable development and production dependencies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7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Inability to handle transitive dependencies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Potential hard-to-debug issues due to package version conflicts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64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 built-in support for multi-project setup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Incompatible dependency version across projects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42188"/>
                  </a:ext>
                </a:extLst>
              </a:tr>
            </a:tbl>
          </a:graphicData>
        </a:graphic>
      </p:graphicFrame>
      <p:pic>
        <p:nvPicPr>
          <p:cNvPr id="7" name="Picture 6" descr="A qr code with a logo&#10;&#10;Description automatically generated">
            <a:extLst>
              <a:ext uri="{FF2B5EF4-FFF2-40B4-BE49-F238E27FC236}">
                <a16:creationId xmlns:a16="http://schemas.microsoft.com/office/drawing/2014/main" id="{CF2B7596-D4A9-6CA4-F287-326A2DD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72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E86F-8E76-56AD-ABAE-A606FE5B1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Solution: poetry</a:t>
            </a:r>
            <a:endParaRPr lang="zh-HK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379FF8-8E49-80C1-C6E9-EC777D33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51396"/>
              </p:ext>
            </p:extLst>
          </p:nvPr>
        </p:nvGraphicFramePr>
        <p:xfrm>
          <a:off x="1058234" y="2839168"/>
          <a:ext cx="10075532" cy="1860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621">
                  <a:extLst>
                    <a:ext uri="{9D8B030D-6E8A-4147-A177-3AD203B41FA5}">
                      <a16:colId xmlns:a16="http://schemas.microsoft.com/office/drawing/2014/main" val="3896454496"/>
                    </a:ext>
                  </a:extLst>
                </a:gridCol>
                <a:gridCol w="5326911">
                  <a:extLst>
                    <a:ext uri="{9D8B030D-6E8A-4147-A177-3AD203B41FA5}">
                      <a16:colId xmlns:a16="http://schemas.microsoft.com/office/drawing/2014/main" val="2288076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Challenge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Poetry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4633"/>
                  </a:ext>
                </a:extLst>
              </a:tr>
              <a:tr h="376787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 built-in version locking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 err="1">
                          <a:latin typeface="Roboto" panose="02000000000000000000" pitchFamily="2" charset="0"/>
                          <a:cs typeface="Roboto" panose="02000000000000000000" pitchFamily="2" charset="0"/>
                        </a:rPr>
                        <a:t>poetry.lock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68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 native dev dependencies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cs typeface="Roboto" panose="02000000000000000000" pitchFamily="2" charset="0"/>
                        </a:rPr>
                        <a:t>Separate dependencies by group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7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Inability to handle transitive dependencies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cs typeface="Roboto" panose="02000000000000000000" pitchFamily="2" charset="0"/>
                        </a:rPr>
                        <a:t>Automatic resolve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64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 built-in support for multi-project setup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dirty="0">
                          <a:latin typeface="Roboto" panose="02000000000000000000" pitchFamily="2" charset="0"/>
                          <a:cs typeface="Roboto" panose="02000000000000000000" pitchFamily="2" charset="0"/>
                        </a:rPr>
                        <a:t>Integration with virtual environment</a:t>
                      </a:r>
                      <a:endParaRPr lang="zh-HK" altLang="en-US" sz="1800" dirty="0"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42188"/>
                  </a:ext>
                </a:extLst>
              </a:tr>
            </a:tbl>
          </a:graphicData>
        </a:graphic>
      </p:graphicFrame>
      <p:pic>
        <p:nvPicPr>
          <p:cNvPr id="6" name="Picture 5" descr="A qr code with a logo&#10;&#10;Description automatically generated">
            <a:extLst>
              <a:ext uri="{FF2B5EF4-FFF2-40B4-BE49-F238E27FC236}">
                <a16:creationId xmlns:a16="http://schemas.microsoft.com/office/drawing/2014/main" id="{C4A17A80-9D4C-E2A0-C74B-D36593BB5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4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062F-72DD-FA17-0409-D7E06F36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Installation</a:t>
            </a:r>
            <a:endParaRPr lang="zh-HK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4948-5CD0-E909-4703-183F94A2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400" dirty="0"/>
              <a:t>Initialize your virtual environment</a:t>
            </a:r>
          </a:p>
          <a:p>
            <a:r>
              <a:rPr lang="en-US" altLang="zh-HK" sz="2400" dirty="0"/>
              <a:t>pip install poetry </a:t>
            </a:r>
            <a:endParaRPr lang="zh-HK" alt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795363-7B51-F68B-EC3C-FB18E03E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87508"/>
            <a:ext cx="10515600" cy="15525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90325-70E4-92A8-AC07-67C9EF0F6BEC}"/>
              </a:ext>
            </a:extLst>
          </p:cNvPr>
          <p:cNvSpPr txBox="1"/>
          <p:nvPr/>
        </p:nvSpPr>
        <p:spPr>
          <a:xfrm>
            <a:off x="5819001" y="4049141"/>
            <a:ext cx="553998" cy="29751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HK" sz="2400" dirty="0"/>
              <a:t>…</a:t>
            </a:r>
            <a:endParaRPr lang="zh-HK" alt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0CF67-8456-FBCE-F175-76B9C495CCD6}"/>
              </a:ext>
            </a:extLst>
          </p:cNvPr>
          <p:cNvSpPr txBox="1"/>
          <p:nvPr/>
        </p:nvSpPr>
        <p:spPr>
          <a:xfrm>
            <a:off x="6698716" y="1026281"/>
            <a:ext cx="316235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b="1" dirty="0">
                <a:solidFill>
                  <a:srgbClr val="FF0000"/>
                </a:solidFill>
              </a:rPr>
              <a:t>Caution:</a:t>
            </a:r>
          </a:p>
          <a:p>
            <a:pPr algn="just"/>
            <a:r>
              <a:rPr lang="en-US" altLang="zh-HK" dirty="0"/>
              <a:t>Poetry should always be installed in a dedicated virtual environment to isolate it from the rest of your system.</a:t>
            </a:r>
            <a:endParaRPr lang="zh-HK" alt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C8C6D9-BD7B-95DC-E9EE-A2228135A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17083"/>
            <a:ext cx="10515600" cy="484211"/>
          </a:xfrm>
          <a:prstGeom prst="rect">
            <a:avLst/>
          </a:prstGeom>
        </p:spPr>
      </p:pic>
      <p:pic>
        <p:nvPicPr>
          <p:cNvPr id="6" name="Picture 5" descr="A qr code with a logo&#10;&#10;Description automatically generated">
            <a:extLst>
              <a:ext uri="{FF2B5EF4-FFF2-40B4-BE49-F238E27FC236}">
                <a16:creationId xmlns:a16="http://schemas.microsoft.com/office/drawing/2014/main" id="{13D3DAED-9F33-D02B-2CD0-AF156F5A7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2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A3C4-8766-6852-F7C1-1692478C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Project Initialization</a:t>
            </a:r>
            <a:endParaRPr lang="zh-HK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31506-A8F0-1EDE-9E69-4C14FD3C6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400" dirty="0"/>
              <a:t>poetry init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575459-33A8-030A-9D84-04D59B405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7" y="2930045"/>
            <a:ext cx="7477125" cy="2847975"/>
          </a:xfrm>
          <a:prstGeom prst="rect">
            <a:avLst/>
          </a:prstGeom>
        </p:spPr>
      </p:pic>
      <p:pic>
        <p:nvPicPr>
          <p:cNvPr id="6" name="Picture 5" descr="A qr code with a logo&#10;&#10;Description automatically generated">
            <a:extLst>
              <a:ext uri="{FF2B5EF4-FFF2-40B4-BE49-F238E27FC236}">
                <a16:creationId xmlns:a16="http://schemas.microsoft.com/office/drawing/2014/main" id="{7D694704-62C8-5C9C-9551-0634B9DA9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3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EE5E-404F-3EB4-B679-E1D87D01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Add dependency</a:t>
            </a:r>
            <a:endParaRPr lang="zh-HK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788D-5CD1-6832-2C8F-283CFFD47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400" dirty="0"/>
              <a:t>poetry add &lt;package&gt;</a:t>
            </a:r>
            <a:endParaRPr lang="zh-HK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BA881-782F-D114-AD98-8F6494880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7"/>
          <a:stretch/>
        </p:blipFill>
        <p:spPr>
          <a:xfrm>
            <a:off x="2464060" y="3258879"/>
            <a:ext cx="7263880" cy="2255965"/>
          </a:xfrm>
          <a:prstGeom prst="rect">
            <a:avLst/>
          </a:prstGeom>
        </p:spPr>
      </p:pic>
      <p:pic>
        <p:nvPicPr>
          <p:cNvPr id="7" name="Picture 6" descr="A qr code with a logo&#10;&#10;Description automatically generated">
            <a:extLst>
              <a:ext uri="{FF2B5EF4-FFF2-40B4-BE49-F238E27FC236}">
                <a16:creationId xmlns:a16="http://schemas.microsoft.com/office/drawing/2014/main" id="{5720EE2F-807B-9C76-147B-B50477997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0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696D-F12E-A4D3-E393-0B618928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Roboto"/>
                <a:cs typeface="Roboto"/>
              </a:rPr>
              <a:t>Conflict of Dependencies</a:t>
            </a:r>
          </a:p>
        </p:txBody>
      </p:sp>
      <p:pic>
        <p:nvPicPr>
          <p:cNvPr id="10" name="Content Placeholder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33E76BB-C3BE-A829-4E05-DE618AE13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241" y="1825625"/>
            <a:ext cx="9677518" cy="4351338"/>
          </a:xfrm>
        </p:spPr>
      </p:pic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3F9660A7-D9B7-988C-40EA-0B2FD4CD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44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50D1-7104-383B-1ED2-59C9A8C9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Lock File</a:t>
            </a:r>
            <a:br>
              <a:rPr lang="en-US" altLang="zh-HK" sz="4000" dirty="0">
                <a:cs typeface="Roboto"/>
              </a:rPr>
            </a:br>
            <a:r>
              <a:rPr lang="en-US" altLang="zh-HK" sz="2400"/>
              <a:t>Created by poetry after poetry add</a:t>
            </a:r>
            <a:endParaRPr lang="zh-HK" altLang="en-US" sz="4000" dirty="0">
              <a:cs typeface="Robo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19007D-2038-A804-3B3A-26A7A2C55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4104144" cy="28468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EC5457-D7F7-BECD-72D4-5BEB765436E8}"/>
              </a:ext>
            </a:extLst>
          </p:cNvPr>
          <p:cNvSpPr/>
          <p:nvPr/>
        </p:nvSpPr>
        <p:spPr>
          <a:xfrm>
            <a:off x="1052622" y="5308326"/>
            <a:ext cx="3753293" cy="3296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E79C0-EB68-901A-19E3-E2D8E6AA8F21}"/>
              </a:ext>
            </a:extLst>
          </p:cNvPr>
          <p:cNvGrpSpPr/>
          <p:nvPr/>
        </p:nvGrpSpPr>
        <p:grpSpPr>
          <a:xfrm>
            <a:off x="6212958" y="2330231"/>
            <a:ext cx="5849566" cy="4375778"/>
            <a:chOff x="5828413" y="791645"/>
            <a:chExt cx="5849566" cy="437577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F74B1F-E7F2-ABE1-6D5B-C4694F398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8413" y="796962"/>
              <a:ext cx="5849566" cy="4370461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54CEB6-8DD1-7261-6779-2D33562B9A2F}"/>
                </a:ext>
              </a:extLst>
            </p:cNvPr>
            <p:cNvSpPr/>
            <p:nvPr/>
          </p:nvSpPr>
          <p:spPr>
            <a:xfrm>
              <a:off x="5828413" y="791645"/>
              <a:ext cx="5849566" cy="437046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C98B45-4BC6-9C32-CB75-290FEC300893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4805915" y="4515462"/>
            <a:ext cx="1407043" cy="970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2B70280-1BC6-7965-8356-D6EEE3A13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59502" cy="15726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zh-HK" sz="2400" dirty="0"/>
              <a:t>Manage transitive dependencies</a:t>
            </a:r>
          </a:p>
          <a:p>
            <a:pPr>
              <a:lnSpc>
                <a:spcPct val="160000"/>
              </a:lnSpc>
            </a:pPr>
            <a:r>
              <a:rPr lang="en-US" altLang="zh-HK" sz="2400" dirty="0"/>
              <a:t>Check integrity of pyproject.toml</a:t>
            </a:r>
          </a:p>
        </p:txBody>
      </p:sp>
      <p:pic>
        <p:nvPicPr>
          <p:cNvPr id="4" name="Picture 3" descr="A qr code with a logo&#10;&#10;Description automatically generated">
            <a:extLst>
              <a:ext uri="{FF2B5EF4-FFF2-40B4-BE49-F238E27FC236}">
                <a16:creationId xmlns:a16="http://schemas.microsoft.com/office/drawing/2014/main" id="{6853E635-52AB-1DC8-765A-01EFB9288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02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72A8-73E0-E7A4-09C4-A5CDB783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Remove Dependency</a:t>
            </a:r>
            <a:endParaRPr lang="zh-HK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65C8A-886F-CA4B-7ABC-475010C86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poetry remove &lt;package&gt;</a:t>
            </a:r>
            <a:endParaRPr lang="zh-HK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7B119-71E4-C3D5-C69C-F0F27359A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571" y="3220473"/>
            <a:ext cx="7814857" cy="1963214"/>
          </a:xfrm>
          <a:prstGeom prst="rect">
            <a:avLst/>
          </a:prstGeom>
        </p:spPr>
      </p:pic>
      <p:pic>
        <p:nvPicPr>
          <p:cNvPr id="7" name="Picture 6" descr="A qr code with a logo&#10;&#10;Description automatically generated">
            <a:extLst>
              <a:ext uri="{FF2B5EF4-FFF2-40B4-BE49-F238E27FC236}">
                <a16:creationId xmlns:a16="http://schemas.microsoft.com/office/drawing/2014/main" id="{14874441-4BC7-6408-72B6-2C55E30D9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1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1353-7D67-D11E-779A-3D9ACE1E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Show Project-specific Dependencies</a:t>
            </a:r>
            <a:endParaRPr lang="zh-HK" alt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1BCAA-F7A7-5D2F-F13E-8090CB6B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312" y="2512217"/>
            <a:ext cx="8412126" cy="2800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F21C36-6AF3-FD17-7165-AD8AE5E8D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HK" sz="2400" dirty="0"/>
              <a:t>poetry show</a:t>
            </a:r>
            <a:endParaRPr lang="zh-HK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AF3E2-7881-9438-1D67-C8A8409C3E99}"/>
              </a:ext>
            </a:extLst>
          </p:cNvPr>
          <p:cNvSpPr txBox="1"/>
          <p:nvPr/>
        </p:nvSpPr>
        <p:spPr>
          <a:xfrm>
            <a:off x="4714927" y="5480903"/>
            <a:ext cx="30828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dirty="0">
                <a:solidFill>
                  <a:srgbClr val="FF7C80"/>
                </a:solidFill>
              </a:rPr>
              <a:t>Red: Not installed yet</a:t>
            </a:r>
          </a:p>
          <a:p>
            <a:r>
              <a:rPr lang="en-US" altLang="zh-HK" sz="2400" dirty="0">
                <a:solidFill>
                  <a:schemeClr val="accent4"/>
                </a:solidFill>
              </a:rPr>
              <a:t>Blue: Installed</a:t>
            </a:r>
            <a:endParaRPr lang="zh-HK" altLang="en-US" sz="2400" dirty="0">
              <a:solidFill>
                <a:schemeClr val="accent4"/>
              </a:solidFill>
            </a:endParaRPr>
          </a:p>
        </p:txBody>
      </p:sp>
      <p:pic>
        <p:nvPicPr>
          <p:cNvPr id="8" name="Picture 7" descr="A qr code with a logo&#10;&#10;Description automatically generated">
            <a:extLst>
              <a:ext uri="{FF2B5EF4-FFF2-40B4-BE49-F238E27FC236}">
                <a16:creationId xmlns:a16="http://schemas.microsoft.com/office/drawing/2014/main" id="{7AFB486F-EF04-4912-A9EF-2C9472FC2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54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7982-1B30-8401-DD0C-7DE58902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Project Installation</a:t>
            </a:r>
            <a:endParaRPr lang="zh-HK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844C-1D83-11AA-6813-6329D3131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400" dirty="0"/>
              <a:t>poetry install</a:t>
            </a:r>
            <a:endParaRPr lang="zh-HK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5896A-7038-6378-F88F-6B4117A01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837" y="2909902"/>
            <a:ext cx="6094325" cy="3267061"/>
          </a:xfrm>
          <a:prstGeom prst="rect">
            <a:avLst/>
          </a:prstGeom>
        </p:spPr>
      </p:pic>
      <p:pic>
        <p:nvPicPr>
          <p:cNvPr id="7" name="Picture 6" descr="A qr code with a logo&#10;&#10;Description automatically generated">
            <a:extLst>
              <a:ext uri="{FF2B5EF4-FFF2-40B4-BE49-F238E27FC236}">
                <a16:creationId xmlns:a16="http://schemas.microsoft.com/office/drawing/2014/main" id="{4711534B-CC59-B0B7-CDE8-A34E86DA2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81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73B93E-8623-30C5-DEF8-792B0D687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01845"/>
            <a:ext cx="6705600" cy="1998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1D3A51-1BB9-A4D2-39FB-26A2AF87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Install as a package</a:t>
            </a:r>
            <a:endParaRPr lang="zh-HK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AC012-A163-44F4-98DD-EBEB74D3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400" dirty="0"/>
              <a:t>Configurable in pyproject.toml</a:t>
            </a:r>
            <a:endParaRPr lang="zh-HK" alt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6A5D82-49C8-0323-92EC-694F41D60EB8}"/>
              </a:ext>
            </a:extLst>
          </p:cNvPr>
          <p:cNvSpPr/>
          <p:nvPr/>
        </p:nvSpPr>
        <p:spPr>
          <a:xfrm>
            <a:off x="1486762" y="4731488"/>
            <a:ext cx="2360430" cy="230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506085-FA20-08EA-8C3A-52AB09F37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810" y="3962377"/>
            <a:ext cx="3391880" cy="132556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1D798F-AC84-60B7-853D-0819F069560D}"/>
              </a:ext>
            </a:extLst>
          </p:cNvPr>
          <p:cNvCxnSpPr>
            <a:cxnSpLocks/>
          </p:cNvCxnSpPr>
          <p:nvPr/>
        </p:nvCxnSpPr>
        <p:spPr>
          <a:xfrm>
            <a:off x="3847192" y="4834234"/>
            <a:ext cx="527554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3C43E1-7168-F734-4B8C-EDEDC7E77345}"/>
              </a:ext>
            </a:extLst>
          </p:cNvPr>
          <p:cNvSpPr txBox="1"/>
          <p:nvPr/>
        </p:nvSpPr>
        <p:spPr>
          <a:xfrm>
            <a:off x="6478030" y="5548922"/>
            <a:ext cx="5338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dirty="0">
                <a:solidFill>
                  <a:srgbClr val="FF0000"/>
                </a:solidFill>
              </a:rPr>
              <a:t>Possible to import in other directories</a:t>
            </a:r>
            <a:endParaRPr lang="zh-HK" altLang="en-US" sz="2400" dirty="0">
              <a:solidFill>
                <a:srgbClr val="FF0000"/>
              </a:solidFill>
            </a:endParaRPr>
          </a:p>
        </p:txBody>
      </p:sp>
      <p:pic>
        <p:nvPicPr>
          <p:cNvPr id="7" name="Picture 6" descr="A qr code with a logo&#10;&#10;Description automatically generated">
            <a:extLst>
              <a:ext uri="{FF2B5EF4-FFF2-40B4-BE49-F238E27FC236}">
                <a16:creationId xmlns:a16="http://schemas.microsoft.com/office/drawing/2014/main" id="{7D77B9E4-6519-446E-C6B3-6C7789854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86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64AE2-955E-BECD-9F43-94C30AF4B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From poetry to requirements.txt</a:t>
            </a:r>
            <a:endParaRPr lang="zh-HK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5B6FE-BDF0-2ED1-78F5-8677A78C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14" y="2548978"/>
            <a:ext cx="6849431" cy="1400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0AC2CD-063A-0F5C-1B06-32BDBC3F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507" y="4547655"/>
            <a:ext cx="8287907" cy="12860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ADAB8E-95E8-BCDD-2CDF-91BF6CCABE36}"/>
              </a:ext>
            </a:extLst>
          </p:cNvPr>
          <p:cNvSpPr/>
          <p:nvPr/>
        </p:nvSpPr>
        <p:spPr>
          <a:xfrm>
            <a:off x="4740328" y="3567962"/>
            <a:ext cx="1171377" cy="143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5AF67-F278-8DAF-A6EA-F72ADB1D7048}"/>
              </a:ext>
            </a:extLst>
          </p:cNvPr>
          <p:cNvSpPr/>
          <p:nvPr/>
        </p:nvSpPr>
        <p:spPr>
          <a:xfrm>
            <a:off x="2951506" y="4547654"/>
            <a:ext cx="8287907" cy="12860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5B1E71-E97B-7D57-3D82-9E3FC926ADFE}"/>
              </a:ext>
            </a:extLst>
          </p:cNvPr>
          <p:cNvCxnSpPr>
            <a:cxnSpLocks/>
          </p:cNvCxnSpPr>
          <p:nvPr/>
        </p:nvCxnSpPr>
        <p:spPr>
          <a:xfrm>
            <a:off x="5911705" y="3711502"/>
            <a:ext cx="5327708" cy="83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4926ED-0B45-AC45-4E77-D4681F78EDFD}"/>
              </a:ext>
            </a:extLst>
          </p:cNvPr>
          <p:cNvCxnSpPr>
            <a:cxnSpLocks/>
          </p:cNvCxnSpPr>
          <p:nvPr/>
        </p:nvCxnSpPr>
        <p:spPr>
          <a:xfrm flipH="1">
            <a:off x="2951504" y="3711502"/>
            <a:ext cx="1788824" cy="83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BC85D00-4E2A-5403-6EE6-1AFF08D1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HK" sz="2400" dirty="0"/>
              <a:t>poetry export</a:t>
            </a:r>
            <a:endParaRPr lang="zh-HK" altLang="en-US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A725D6-02DF-F3E8-48E6-D377D19E2EA1}"/>
              </a:ext>
            </a:extLst>
          </p:cNvPr>
          <p:cNvSpPr txBox="1"/>
          <p:nvPr/>
        </p:nvSpPr>
        <p:spPr>
          <a:xfrm>
            <a:off x="3333852" y="5880083"/>
            <a:ext cx="7523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dirty="0">
                <a:solidFill>
                  <a:srgbClr val="FF0000"/>
                </a:solidFill>
              </a:rPr>
              <a:t>Users do not need to install poetry to run your project</a:t>
            </a:r>
            <a:endParaRPr lang="zh-HK" altLang="en-US" sz="2400" dirty="0">
              <a:solidFill>
                <a:srgbClr val="FF0000"/>
              </a:solidFill>
            </a:endParaRPr>
          </a:p>
        </p:txBody>
      </p:sp>
      <p:pic>
        <p:nvPicPr>
          <p:cNvPr id="6" name="Picture 5" descr="A qr code with a logo&#10;&#10;Description automatically generated">
            <a:extLst>
              <a:ext uri="{FF2B5EF4-FFF2-40B4-BE49-F238E27FC236}">
                <a16:creationId xmlns:a16="http://schemas.microsoft.com/office/drawing/2014/main" id="{E951290C-FCAB-1DFE-07C6-4A871A366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35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39BF-F15E-39D5-5AC0-7BE5CBBF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Pre-commit hooks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F542E-CF34-1D58-A60D-AB3FE425B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6660"/>
            <a:ext cx="5129463" cy="531627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67ECBD-780C-51CF-94DB-6463B055CC89}"/>
              </a:ext>
            </a:extLst>
          </p:cNvPr>
          <p:cNvSpPr/>
          <p:nvPr/>
        </p:nvSpPr>
        <p:spPr>
          <a:xfrm>
            <a:off x="2165229" y="4620854"/>
            <a:ext cx="3355677" cy="1641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F20463-C7C7-0558-F83B-AD54B7987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987" y="277021"/>
            <a:ext cx="2847021" cy="440809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FBC320-3260-73BD-DF5C-388E4545DAF1}"/>
              </a:ext>
            </a:extLst>
          </p:cNvPr>
          <p:cNvSpPr/>
          <p:nvPr/>
        </p:nvSpPr>
        <p:spPr>
          <a:xfrm>
            <a:off x="7286064" y="4222197"/>
            <a:ext cx="2700068" cy="3939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FE817F-599E-ED44-6E6F-4F94781B079E}"/>
              </a:ext>
            </a:extLst>
          </p:cNvPr>
          <p:cNvCxnSpPr>
            <a:cxnSpLocks/>
          </p:cNvCxnSpPr>
          <p:nvPr/>
        </p:nvCxnSpPr>
        <p:spPr>
          <a:xfrm flipV="1">
            <a:off x="5530086" y="4437527"/>
            <a:ext cx="1728437" cy="704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28EEB59-D60A-953D-F391-1DEF38F933A3}"/>
              </a:ext>
            </a:extLst>
          </p:cNvPr>
          <p:cNvSpPr txBox="1"/>
          <p:nvPr/>
        </p:nvSpPr>
        <p:spPr>
          <a:xfrm>
            <a:off x="6573328" y="5254939"/>
            <a:ext cx="5245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Automatic export of requirements.txt</a:t>
            </a:r>
          </a:p>
          <a:p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Compatibility for non-poetry users</a:t>
            </a:r>
            <a:endParaRPr lang="zh-HK" altLang="en-US" sz="24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96789DFF-0980-E4D4-6DF2-D1F471669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80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6643-8932-2592-1700-A1090335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Ship to Production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BFF9E8-4547-0D67-C63A-722F3ED722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787"/>
          <a:stretch/>
        </p:blipFill>
        <p:spPr>
          <a:xfrm>
            <a:off x="838201" y="1607350"/>
            <a:ext cx="5114026" cy="48855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3D926D-97EB-A107-0179-9E44B34FDE36}"/>
              </a:ext>
            </a:extLst>
          </p:cNvPr>
          <p:cNvSpPr/>
          <p:nvPr/>
        </p:nvSpPr>
        <p:spPr>
          <a:xfrm>
            <a:off x="1647645" y="3128574"/>
            <a:ext cx="4121521" cy="1794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07CD4-1C64-C7D6-29CA-AB3F242F9A27}"/>
              </a:ext>
            </a:extLst>
          </p:cNvPr>
          <p:cNvSpPr/>
          <p:nvPr/>
        </p:nvSpPr>
        <p:spPr>
          <a:xfrm>
            <a:off x="1640924" y="5055168"/>
            <a:ext cx="4121521" cy="1325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B2692-531F-50E8-70B7-3B6EEF7B8EE8}"/>
              </a:ext>
            </a:extLst>
          </p:cNvPr>
          <p:cNvSpPr txBox="1"/>
          <p:nvPr/>
        </p:nvSpPr>
        <p:spPr>
          <a:xfrm>
            <a:off x="6866627" y="3429000"/>
            <a:ext cx="40078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Stage 1: Dependency export</a:t>
            </a:r>
          </a:p>
          <a:p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Stage 2: Build image</a:t>
            </a:r>
            <a:endParaRPr lang="zh-HK" altLang="en-US" sz="24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qr code with a logo&#10;&#10;Description automatically generated">
            <a:extLst>
              <a:ext uri="{FF2B5EF4-FFF2-40B4-BE49-F238E27FC236}">
                <a16:creationId xmlns:a16="http://schemas.microsoft.com/office/drawing/2014/main" id="{054C2531-0BFB-F470-37C5-70D66F122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95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9740-4344-1C28-B7D3-5F1FC750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 with GitHub Actions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2BA472-9451-856A-6F5A-C52DAB4D1D20}"/>
              </a:ext>
            </a:extLst>
          </p:cNvPr>
          <p:cNvSpPr txBox="1"/>
          <p:nvPr/>
        </p:nvSpPr>
        <p:spPr>
          <a:xfrm>
            <a:off x="7021903" y="3510619"/>
            <a:ext cx="4647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Simple setup, install, and publish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D3C52A-C51E-7453-1699-C57FA9B2F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20574"/>
            <a:ext cx="5562600" cy="450342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C5FB5AC-660C-B96A-4D70-A79717B52022}"/>
              </a:ext>
            </a:extLst>
          </p:cNvPr>
          <p:cNvSpPr/>
          <p:nvPr/>
        </p:nvSpPr>
        <p:spPr>
          <a:xfrm>
            <a:off x="2311880" y="4520242"/>
            <a:ext cx="3784119" cy="1613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5DC1809D-4422-99D2-DDB3-FEFBE43A2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42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2832-7A40-8EA5-3804-7FF93994B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Simple Setup of Environment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310B60-9342-D5EC-1557-02DCC3A61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5129" y="1857405"/>
            <a:ext cx="8034156" cy="378427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16C793-8F31-F720-73A1-EA1121993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04" y="4088882"/>
            <a:ext cx="6353962" cy="25652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8543C4-83C5-94AD-EDA9-108ED2556533}"/>
              </a:ext>
            </a:extLst>
          </p:cNvPr>
          <p:cNvSpPr/>
          <p:nvPr/>
        </p:nvSpPr>
        <p:spPr>
          <a:xfrm>
            <a:off x="2829464" y="3303917"/>
            <a:ext cx="5339751" cy="6211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BD685-AE8E-BD62-2F9A-FD864B2D1538}"/>
              </a:ext>
            </a:extLst>
          </p:cNvPr>
          <p:cNvSpPr/>
          <p:nvPr/>
        </p:nvSpPr>
        <p:spPr>
          <a:xfrm>
            <a:off x="4945204" y="4094694"/>
            <a:ext cx="6353962" cy="2559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FC8BE3-75BE-FDE8-38F2-1451570A3C12}"/>
              </a:ext>
            </a:extLst>
          </p:cNvPr>
          <p:cNvCxnSpPr/>
          <p:nvPr/>
        </p:nvCxnSpPr>
        <p:spPr>
          <a:xfrm>
            <a:off x="2829464" y="3925019"/>
            <a:ext cx="2115740" cy="2729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2970C5-FF39-0289-54FF-7138FE707B27}"/>
              </a:ext>
            </a:extLst>
          </p:cNvPr>
          <p:cNvCxnSpPr>
            <a:cxnSpLocks/>
          </p:cNvCxnSpPr>
          <p:nvPr/>
        </p:nvCxnSpPr>
        <p:spPr>
          <a:xfrm>
            <a:off x="8169215" y="3303917"/>
            <a:ext cx="3129951" cy="784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qr code with a logo&#10;&#10;Description automatically generated">
            <a:extLst>
              <a:ext uri="{FF2B5EF4-FFF2-40B4-BE49-F238E27FC236}">
                <a16:creationId xmlns:a16="http://schemas.microsoft.com/office/drawing/2014/main" id="{B212BA96-832B-8DB8-E312-DF9DD54EA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18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7B61-1D00-445D-9F9E-9A9E6670A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Logs on GitHub Actions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F254E-D275-64EB-6101-ABED3F60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913" y="1811926"/>
            <a:ext cx="9362173" cy="4883498"/>
          </a:xfrm>
          <a:prstGeom prst="rect">
            <a:avLst/>
          </a:prstGeom>
        </p:spPr>
      </p:pic>
      <p:pic>
        <p:nvPicPr>
          <p:cNvPr id="6" name="Picture 5" descr="A qr code with a logo&#10;&#10;Description automatically generated">
            <a:extLst>
              <a:ext uri="{FF2B5EF4-FFF2-40B4-BE49-F238E27FC236}">
                <a16:creationId xmlns:a16="http://schemas.microsoft.com/office/drawing/2014/main" id="{36A74149-406D-0552-1B27-9EE710BB3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3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AF7F-B874-55B4-AE5F-AB7F6D33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/>
              <a:t>View on </a:t>
            </a:r>
            <a:r>
              <a:rPr lang="en-US" altLang="zh-HK" sz="4000" dirty="0" err="1"/>
              <a:t>PyPI</a:t>
            </a:r>
            <a:endParaRPr lang="zh-HK" alt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747C6-9B26-82D0-412A-8F44A2AF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423" y="1843582"/>
            <a:ext cx="8821153" cy="4562665"/>
          </a:xfrm>
          <a:prstGeom prst="rect">
            <a:avLst/>
          </a:prstGeom>
        </p:spPr>
      </p:pic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67013856-4976-414D-634A-2F3D3B019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64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84997DB-804E-8824-F599-603A0676E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42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 descr="A qr code with a logo&#10;&#10;Description automatically generated">
            <a:extLst>
              <a:ext uri="{FF2B5EF4-FFF2-40B4-BE49-F238E27FC236}">
                <a16:creationId xmlns:a16="http://schemas.microsoft.com/office/drawing/2014/main" id="{77D72CD3-5334-2FE4-2F5A-F10DEB8A6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16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AF7F-B874-55B4-AE5F-AB7F6D33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691278" cy="1372875"/>
          </a:xfrm>
        </p:spPr>
        <p:txBody>
          <a:bodyPr>
            <a:normAutofit/>
          </a:bodyPr>
          <a:lstStyle/>
          <a:p>
            <a:r>
              <a:rPr lang="en-US" altLang="zh-HK" sz="4000" dirty="0"/>
              <a:t>Secure Your Ticket</a:t>
            </a:r>
            <a:endParaRPr lang="zh-HK" altLang="en-US" sz="4000" dirty="0"/>
          </a:p>
        </p:txBody>
      </p:sp>
      <p:pic>
        <p:nvPicPr>
          <p:cNvPr id="1026" name="Picture 2" descr="The Eric Andre Let Me In Meme And Its 2016 DNC Origins">
            <a:extLst>
              <a:ext uri="{FF2B5EF4-FFF2-40B4-BE49-F238E27FC236}">
                <a16:creationId xmlns:a16="http://schemas.microsoft.com/office/drawing/2014/main" id="{69F35BCB-F93A-8DDB-D1A2-BECE9A709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536" y="1531172"/>
            <a:ext cx="4500270" cy="457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qr code with a logo&#10;&#10;Description automatically generated">
            <a:extLst>
              <a:ext uri="{FF2B5EF4-FFF2-40B4-BE49-F238E27FC236}">
                <a16:creationId xmlns:a16="http://schemas.microsoft.com/office/drawing/2014/main" id="{C94592F0-F1D4-8B84-6763-990109672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033" y="2444035"/>
            <a:ext cx="3018691" cy="3018691"/>
          </a:xfrm>
          <a:prstGeom prst="rect">
            <a:avLst/>
          </a:prstGeom>
        </p:spPr>
      </p:pic>
      <p:pic>
        <p:nvPicPr>
          <p:cNvPr id="5" name="Picture 4" descr="A qr code with a logo&#10;&#10;Description automatically generated">
            <a:extLst>
              <a:ext uri="{FF2B5EF4-FFF2-40B4-BE49-F238E27FC236}">
                <a16:creationId xmlns:a16="http://schemas.microsoft.com/office/drawing/2014/main" id="{7CBDC319-D5E0-2A8E-3DC9-7BB326F66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50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018FE3F-8FF7-EFBF-3D78-CA9F2D35DE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QnA</a:t>
            </a:r>
            <a:endParaRPr lang="zh-HK" altLang="en-US" sz="40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 descr="A qr code with a logo&#10;&#10;Description automatically generated">
            <a:extLst>
              <a:ext uri="{FF2B5EF4-FFF2-40B4-BE49-F238E27FC236}">
                <a16:creationId xmlns:a16="http://schemas.microsoft.com/office/drawing/2014/main" id="{C8B4F7ED-3EFA-29A1-9B5F-6B7FEB81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8" y="109125"/>
            <a:ext cx="1622800" cy="16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Roboto"/>
        <a:ea typeface="標楷體"/>
        <a:cs typeface=""/>
      </a:majorFont>
      <a:minorFont>
        <a:latin typeface="Roboto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3219</Words>
  <Application>Microsoft Office PowerPoint</Application>
  <PresentationFormat>Widescreen</PresentationFormat>
  <Paragraphs>164</Paragraphs>
  <Slides>30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Dependency Management with Poetry - Simple and Effortless, Yet Better</vt:lpstr>
      <vt:lpstr>Who am I</vt:lpstr>
      <vt:lpstr>QR Codes</vt:lpstr>
      <vt:lpstr>Why Dependency</vt:lpstr>
      <vt:lpstr>Why Dependency Management</vt:lpstr>
      <vt:lpstr>Why Good Dependency Management</vt:lpstr>
      <vt:lpstr>Python Enhancement Proposals</vt:lpstr>
      <vt:lpstr>Dependency Management? How Proper?</vt:lpstr>
      <vt:lpstr>Limitations of requirements.txt</vt:lpstr>
      <vt:lpstr>Traditional Dependency Management</vt:lpstr>
      <vt:lpstr>Solution: poetry</vt:lpstr>
      <vt:lpstr>Installation</vt:lpstr>
      <vt:lpstr>Project Initialization</vt:lpstr>
      <vt:lpstr>Add dependency</vt:lpstr>
      <vt:lpstr>Conflict of Dependencies</vt:lpstr>
      <vt:lpstr>Lock File Created by poetry after poetry add</vt:lpstr>
      <vt:lpstr>Remove Dependency</vt:lpstr>
      <vt:lpstr>Show Project-specific Dependencies</vt:lpstr>
      <vt:lpstr>Project Installation</vt:lpstr>
      <vt:lpstr>Install as a package</vt:lpstr>
      <vt:lpstr>From poetry to requirements.txt</vt:lpstr>
      <vt:lpstr>Pre-commit hooks</vt:lpstr>
      <vt:lpstr>Ship to Production</vt:lpstr>
      <vt:lpstr>Release with GitHub Actions</vt:lpstr>
      <vt:lpstr>Simple Setup of Environment</vt:lpstr>
      <vt:lpstr>Logs on GitHub Actions</vt:lpstr>
      <vt:lpstr>View on PyPI</vt:lpstr>
      <vt:lpstr>PowerPoint Presentation</vt:lpstr>
      <vt:lpstr>Secure Your Ticket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WONG, Wai Yin Henry</dc:creator>
  <cp:lastModifiedBy>Wong, Wai Yin Henr</cp:lastModifiedBy>
  <cp:revision>195</cp:revision>
  <dcterms:created xsi:type="dcterms:W3CDTF">2024-10-03T12:57:47Z</dcterms:created>
  <dcterms:modified xsi:type="dcterms:W3CDTF">2024-11-09T15:33:40Z</dcterms:modified>
</cp:coreProperties>
</file>